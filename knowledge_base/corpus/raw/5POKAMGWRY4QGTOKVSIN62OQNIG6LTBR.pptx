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notesSlides/notesSlide23.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notesSlides/_rels/notesSlide5.xml.rels" ContentType="application/vnd.openxmlformats-package.relationships+xml"/>
  <Override PartName="/ppt/notesSlides/_rels/notesSlide20.xml.rels" ContentType="application/vnd.openxmlformats-package.relationships+xml"/>
  <Override PartName="/ppt/notesSlides/_rels/notesSlide7.xml.rels" ContentType="application/vnd.openxmlformats-package.relationships+xml"/>
  <Override PartName="/ppt/notesSlides/_rels/notesSlide11.xml.rels" ContentType="application/vnd.openxmlformats-package.relationships+xml"/>
  <Override PartName="/ppt/notesSlides/_rels/notesSlide23.xml.rels" ContentType="application/vnd.openxmlformats-package.relationships+xml"/>
  <Override PartName="/ppt/notesSlides/_rels/notesSlide10.xml.rels" ContentType="application/vnd.openxmlformats-package.relationships+xml"/>
  <Override PartName="/ppt/notesSlides/_rels/notesSlide14.xml.rels" ContentType="application/vnd.openxmlformats-package.relationships+xml"/>
  <Override PartName="/ppt/notesSlides/_rels/notesSlide2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media/image12.wmf" ContentType="image/x-wmf"/>
  <Override PartName="/ppt/media/image1.png" ContentType="image/png"/>
  <Override PartName="/ppt/media/image7.jpeg" ContentType="image/jpeg"/>
  <Override PartName="/ppt/media/image2.gif" ContentType="image/gif"/>
  <Override PartName="/ppt/media/image3.wmf" ContentType="image/x-wmf"/>
  <Override PartName="/ppt/media/image6.jpeg" ContentType="image/jpeg"/>
  <Override PartName="/ppt/media/image4.wmf" ContentType="image/x-wmf"/>
  <Override PartName="/ppt/media/image5.gif" ContentType="image/gif"/>
  <Override PartName="/ppt/media/image8.jpeg" ContentType="image/jpeg"/>
  <Override PartName="/ppt/media/image9.jpeg" ContentType="image/jpeg"/>
  <Override PartName="/ppt/media/image10.jpeg" ContentType="image/jpeg"/>
  <Override PartName="/ppt/media/image11.jpeg" ContentType="image/jpeg"/>
  <Override PartName="/ppt/media/image13.wmf" ContentType="image/x-wmf"/>
  <Override PartName="/ppt/media/image14.wmf" ContentType="image/x-wmf"/>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9144000" cy="6858000"/>
  <p:notesSz cx="6983413" cy="92694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
          <p:cNvSpPr/>
          <p:nvPr/>
        </p:nvSpPr>
        <p:spPr>
          <a:xfrm>
            <a:off x="0" y="0"/>
            <a:ext cx="6984000" cy="9270000"/>
          </a:xfrm>
          <a:prstGeom prst="rect">
            <a:avLst/>
          </a:prstGeom>
          <a:solidFill>
            <a:srgbClr val="ffffff"/>
          </a:solidFill>
          <a:ln w="0">
            <a:noFill/>
          </a:ln>
        </p:spPr>
        <p:txBody>
          <a:bodyPr lIns="90000" rIns="90000" tIns="45000" bIns="45000" anchor="ctr" anchorCtr="1">
            <a:noAutofit/>
          </a:bodyPr>
          <a:p>
            <a:endParaRPr b="0" lang="en-IN" sz="2400" strike="noStrike" u="none">
              <a:solidFill>
                <a:srgbClr val="000000"/>
              </a:solidFill>
              <a:effectLst/>
              <a:uFillTx/>
              <a:latin typeface="Times New Roman"/>
            </a:endParaRPr>
          </a:p>
        </p:txBody>
      </p:sp>
      <p:sp>
        <p:nvSpPr>
          <p:cNvPr id="26" name="PlaceHolder 1"/>
          <p:cNvSpPr>
            <a:spLocks noGrp="1"/>
          </p:cNvSpPr>
          <p:nvPr>
            <p:ph type="hdr"/>
          </p:nvPr>
        </p:nvSpPr>
        <p:spPr>
          <a:xfrm>
            <a:off x="-360" y="0"/>
            <a:ext cx="304812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27" name="PlaceHolder 2"/>
          <p:cNvSpPr>
            <a:spLocks noGrp="1"/>
          </p:cNvSpPr>
          <p:nvPr>
            <p:ph type="dt" idx="10"/>
          </p:nvPr>
        </p:nvSpPr>
        <p:spPr>
          <a:xfrm>
            <a:off x="3962520" y="0"/>
            <a:ext cx="304776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28" name="PlaceHolder 3"/>
          <p:cNvSpPr>
            <a:spLocks noGrp="1"/>
          </p:cNvSpPr>
          <p:nvPr>
            <p:ph type="sldImg"/>
          </p:nvPr>
        </p:nvSpPr>
        <p:spPr>
          <a:xfrm>
            <a:off x="1130400" y="685440"/>
            <a:ext cx="4673520" cy="3505320"/>
          </a:xfrm>
          <a:prstGeom prst="rect">
            <a:avLst/>
          </a:prstGeom>
          <a:solidFill>
            <a:srgbClr val="ffffff"/>
          </a:solid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Click to move the slide</a:t>
            </a:r>
            <a:endParaRPr b="0" lang="en-IN" sz="4400" strike="noStrike" u="none">
              <a:solidFill>
                <a:srgbClr val="221304"/>
              </a:solidFill>
              <a:effectLst/>
              <a:uFillTx/>
              <a:latin typeface="Times New Roman"/>
            </a:endParaRPr>
          </a:p>
        </p:txBody>
      </p:sp>
      <p:sp>
        <p:nvSpPr>
          <p:cNvPr id="29" name="PlaceHolder 4"/>
          <p:cNvSpPr>
            <a:spLocks noGrp="1"/>
          </p:cNvSpPr>
          <p:nvPr>
            <p:ph type="body"/>
          </p:nvPr>
        </p:nvSpPr>
        <p:spPr>
          <a:xfrm>
            <a:off x="914400" y="4419360"/>
            <a:ext cx="5105520" cy="419076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Click to edit the notes format</a:t>
            </a:r>
            <a:endParaRPr b="0" lang="en-IN" sz="1200" strike="noStrike" u="none">
              <a:solidFill>
                <a:srgbClr val="000000"/>
              </a:solidFill>
              <a:effectLst/>
              <a:uFillTx/>
              <a:latin typeface="Times New Roman"/>
            </a:endParaRPr>
          </a:p>
        </p:txBody>
      </p:sp>
      <p:sp>
        <p:nvSpPr>
          <p:cNvPr id="30" name="PlaceHolder 5"/>
          <p:cNvSpPr>
            <a:spLocks noGrp="1"/>
          </p:cNvSpPr>
          <p:nvPr>
            <p:ph type="ftr" idx="11"/>
          </p:nvPr>
        </p:nvSpPr>
        <p:spPr>
          <a:xfrm>
            <a:off x="-360" y="8839080"/>
            <a:ext cx="3048120" cy="45720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31" name="PlaceHolder 6"/>
          <p:cNvSpPr>
            <a:spLocks noGrp="1"/>
          </p:cNvSpPr>
          <p:nvPr>
            <p:ph type="sldNum" idx="12"/>
          </p:nvPr>
        </p:nvSpPr>
        <p:spPr>
          <a:xfrm>
            <a:off x="3962520" y="8839080"/>
            <a:ext cx="3047760" cy="45720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B9A56B0-7A8F-4D94-9C04-CE84C38FF1BB}"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1184400" y="701640"/>
            <a:ext cx="4618080" cy="3463920"/>
          </a:xfrm>
          <a:prstGeom prst="rect">
            <a:avLst/>
          </a:prstGeom>
          <a:ln w="0">
            <a:noFill/>
          </a:ln>
        </p:spPr>
      </p:sp>
      <p:sp>
        <p:nvSpPr>
          <p:cNvPr id="184" name="PlaceHolder 2"/>
          <p:cNvSpPr>
            <a:spLocks noGrp="1"/>
          </p:cNvSpPr>
          <p:nvPr>
            <p:ph type="body"/>
          </p:nvPr>
        </p:nvSpPr>
        <p:spPr>
          <a:xfrm>
            <a:off x="931680" y="4403880"/>
            <a:ext cx="5121000" cy="417168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When we become frustrated, it’s human nature to say to students, “I’ve done everything I can to help you.  Why are you doing this?  Why are you doing this to me?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Do not take student misbehavior personally.  If we do, we cannot be objective enough to help our students.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The better prepared we are to deal with misbehavior, the less frustrated we will be.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The first step in analyzing behavior is to look at the behavior.</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Most of the time we make a guesstimate at what  the problem behavior is and what’s causing it.  Don’t worry, if we get it wrong, he will be back tomorrow.  We get to do it all over again.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Read slide.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This is important because it will help you plan the type of corrective procedure based on your “guestimate” and/or the function of the behavior.  Refer to handout (function)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Most classroom misbehaviors are not pathological. Meaning- there are not deep-rooted emotional problems.  How many of  you have said, “He’s doing that just to get attention?”  There is nothing wrong with some amount of attention-seeking behavior.(I.e.all eyes on me).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Kids want attention and do just about anything to get it. Even it that means they have to misbehave to get it.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If you’re having difficulty with the whole class or a few and if students are just beginning to misbehave (to get attention) or have been driving you crazy for a while, check:</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Classroom rules.  Are kids beginning to break the classroom rules. If so, start there and analyze your own rules.  Are  they clear?   kids understand them?  Have you modeled and practiced?  Do  you have consequences both punitive and positive that are enforceable and are you being consistent?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Do this before you decide, “That’s it, this kid is driving me crazy. There’s something seriously wrong with him (Show cartoon)..</a:t>
            </a:r>
            <a:endParaRPr b="0" lang="en-IN"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1184400" y="701640"/>
            <a:ext cx="4618080" cy="3463920"/>
          </a:xfrm>
          <a:prstGeom prst="rect">
            <a:avLst/>
          </a:prstGeom>
          <a:ln w="0">
            <a:noFill/>
          </a:ln>
        </p:spPr>
      </p:sp>
      <p:sp>
        <p:nvSpPr>
          <p:cNvPr id="186" name="PlaceHolder 2"/>
          <p:cNvSpPr>
            <a:spLocks noGrp="1"/>
          </p:cNvSpPr>
          <p:nvPr>
            <p:ph type="body"/>
          </p:nvPr>
        </p:nvSpPr>
        <p:spPr>
          <a:xfrm>
            <a:off x="931680" y="4403880"/>
            <a:ext cx="5121000" cy="417168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Have participants call out misbehaviors to compare with moderate and early stage misbehaviors.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Use playing cards or another strategy to call on participants.</a:t>
            </a:r>
            <a:endParaRPr b="0" lang="en-IN"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1130400" y="685800"/>
            <a:ext cx="4673520" cy="3505320"/>
          </a:xfrm>
          <a:prstGeom prst="rect">
            <a:avLst/>
          </a:prstGeom>
          <a:ln w="0">
            <a:noFill/>
          </a:ln>
        </p:spPr>
      </p:sp>
      <p:sp>
        <p:nvSpPr>
          <p:cNvPr id="188" name="PlaceHolder 2"/>
          <p:cNvSpPr>
            <a:spLocks noGrp="1"/>
          </p:cNvSpPr>
          <p:nvPr>
            <p:ph type="body"/>
          </p:nvPr>
        </p:nvSpPr>
        <p:spPr>
          <a:xfrm>
            <a:off x="914400" y="4419360"/>
            <a:ext cx="5105520" cy="419076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Despite discussions and mild verbal reprimands the problem persists: talking, out of seat, whining tattling</a:t>
            </a:r>
            <a:endParaRPr b="0" lang="en-IN"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1184400" y="701640"/>
            <a:ext cx="4618080" cy="3463920"/>
          </a:xfrm>
          <a:prstGeom prst="rect">
            <a:avLst/>
          </a:prstGeom>
          <a:ln w="0">
            <a:noFill/>
          </a:ln>
        </p:spPr>
      </p:sp>
      <p:sp>
        <p:nvSpPr>
          <p:cNvPr id="190" name="PlaceHolder 2"/>
          <p:cNvSpPr>
            <a:spLocks noGrp="1"/>
          </p:cNvSpPr>
          <p:nvPr>
            <p:ph type="body"/>
          </p:nvPr>
        </p:nvSpPr>
        <p:spPr>
          <a:xfrm>
            <a:off x="931680" y="4403880"/>
            <a:ext cx="5121000" cy="417168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One of the basic premises of this module is that preplanning </a:t>
            </a:r>
            <a:r>
              <a:rPr b="1" lang="en-IN" sz="1200" strike="noStrike" u="none">
                <a:solidFill>
                  <a:srgbClr val="000000"/>
                </a:solidFill>
                <a:effectLst/>
                <a:uFillTx/>
                <a:latin typeface="Times New Roman"/>
              </a:rPr>
              <a:t>how </a:t>
            </a:r>
            <a:r>
              <a:rPr b="0" lang="en-IN" sz="1200" strike="noStrike" u="none">
                <a:solidFill>
                  <a:srgbClr val="000000"/>
                </a:solidFill>
                <a:effectLst/>
                <a:uFillTx/>
                <a:latin typeface="Times New Roman"/>
              </a:rPr>
              <a:t>you will respond to misbehavior will make your corrections more effective, will cut down on being reactive  and will give you more confidence.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Rule one for early stage misbehaviors:  Always try the most simple correction first with consistency for at least two weeks.  For most behaviors-especially- early stage it is the consistency  that makes the difference, not the severity of the consequence. (Barbara Colaroso- Say what you mean, mean what you say and do what you said you would do.) Be the broken record.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The problem is that we are not consistent and the kid catches us on a bad day, when we’ve had enough and bam! We use a chainsaw when a simple screwdriver would have worked. (show the cartoon)</a:t>
            </a:r>
            <a:endParaRPr b="0" lang="en-IN"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1184400" y="701640"/>
            <a:ext cx="4618080" cy="3463920"/>
          </a:xfrm>
          <a:prstGeom prst="rect">
            <a:avLst/>
          </a:prstGeom>
          <a:ln w="0">
            <a:noFill/>
          </a:ln>
        </p:spPr>
      </p:sp>
      <p:sp>
        <p:nvSpPr>
          <p:cNvPr id="192" name="PlaceHolder 2"/>
          <p:cNvSpPr>
            <a:spLocks noGrp="1"/>
          </p:cNvSpPr>
          <p:nvPr>
            <p:ph type="body"/>
          </p:nvPr>
        </p:nvSpPr>
        <p:spPr>
          <a:xfrm>
            <a:off x="931680" y="4403880"/>
            <a:ext cx="5121000" cy="417168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Have the participants brainstorm various Habitual/Long standing problems and call them out – Put on poster paper and flip so they cannot see – to later be displayed.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When the student isn’t aware of when or how he is engaging in irresponsible behavior then our job is to increase the student’s level of awareness of the behavior.</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Using corrective procedures or punishers is not appropriate.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Give example of an awareness behavior (grunting or groaning, being out of seat a lot, blurting out)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Often students are unaware of misbehaviors due to our inconsistency. (with one teacher it is OK to get out of seat, sharpen pencil, talk etc.  With another it is not)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If we are serious about helping students learn new behaviors due to awareness problems </a:t>
            </a:r>
            <a:r>
              <a:rPr b="1" lang="en-IN" sz="1200" strike="noStrike" u="none">
                <a:solidFill>
                  <a:srgbClr val="000000"/>
                </a:solidFill>
                <a:effectLst/>
                <a:uFillTx/>
                <a:latin typeface="Times New Roman"/>
              </a:rPr>
              <a:t>we must adopt the instructive attitude. Teach social skills, model the expected behavior, practice the new behavior and give feedback on correctiveness of the behavior. (Show the cartoon)  This is not the instructive attitude.</a:t>
            </a:r>
            <a:endParaRPr b="0" lang="en-IN"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1184400" y="701640"/>
            <a:ext cx="4618080" cy="3463920"/>
          </a:xfrm>
          <a:prstGeom prst="rect">
            <a:avLst/>
          </a:prstGeom>
          <a:ln w="0">
            <a:noFill/>
          </a:ln>
        </p:spPr>
      </p:sp>
      <p:sp>
        <p:nvSpPr>
          <p:cNvPr id="194" name="PlaceHolder 2"/>
          <p:cNvSpPr>
            <a:spLocks noGrp="1"/>
          </p:cNvSpPr>
          <p:nvPr>
            <p:ph type="body"/>
          </p:nvPr>
        </p:nvSpPr>
        <p:spPr>
          <a:xfrm>
            <a:off x="931680" y="4403880"/>
            <a:ext cx="5121000" cy="417168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Blurting out, hitting others, raising hand</a:t>
            </a:r>
            <a:endParaRPr b="0" lang="en-IN"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1130400" y="685800"/>
            <a:ext cx="4673520" cy="3505320"/>
          </a:xfrm>
          <a:prstGeom prst="rect">
            <a:avLst/>
          </a:prstGeom>
          <a:ln w="0">
            <a:noFill/>
          </a:ln>
        </p:spPr>
      </p:sp>
      <p:sp>
        <p:nvSpPr>
          <p:cNvPr id="196" name="PlaceHolder 2"/>
          <p:cNvSpPr>
            <a:spLocks noGrp="1"/>
          </p:cNvSpPr>
          <p:nvPr>
            <p:ph type="body"/>
          </p:nvPr>
        </p:nvSpPr>
        <p:spPr>
          <a:xfrm>
            <a:off x="914400" y="4419360"/>
            <a:ext cx="5105520" cy="419076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Many/all of the problems are the same regardless if they are longstanding, moderate or early stage.  If we do not analyze all  problems will be treated the same and the interventions that we choose will not be effective.</a:t>
            </a:r>
            <a:endParaRPr b="0" lang="en-IN" sz="12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1130400" y="685800"/>
            <a:ext cx="4673520" cy="3505320"/>
          </a:xfrm>
          <a:prstGeom prst="rect">
            <a:avLst/>
          </a:prstGeom>
          <a:ln w="0">
            <a:noFill/>
          </a:ln>
        </p:spPr>
      </p:sp>
      <p:sp>
        <p:nvSpPr>
          <p:cNvPr id="198" name="PlaceHolder 2"/>
          <p:cNvSpPr>
            <a:spLocks noGrp="1"/>
          </p:cNvSpPr>
          <p:nvPr>
            <p:ph type="body"/>
          </p:nvPr>
        </p:nvSpPr>
        <p:spPr>
          <a:xfrm>
            <a:off x="914400" y="4419360"/>
            <a:ext cx="5105520" cy="419076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Use the simplest intervention you can, be consistent and continue for a good long period of time.</a:t>
            </a:r>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906d58"/>
        </a:solidFill>
      </p:bgPr>
    </p:bg>
    <p:spTree>
      <p:nvGrpSpPr>
        <p:cNvPr id="1" name=""/>
        <p:cNvGrpSpPr/>
        <p:nvPr/>
      </p:nvGrpSpPr>
      <p:grpSpPr>
        <a:xfrm>
          <a:off x="0" y="0"/>
          <a:ext cx="0" cy="0"/>
          <a:chOff x="0" y="0"/>
          <a:chExt cx="0" cy="0"/>
        </a:xfrm>
      </p:grpSpPr>
      <p:sp>
        <p:nvSpPr>
          <p:cNvPr id="0" name=""/>
          <p:cNvSpPr/>
          <p:nvPr/>
        </p:nvSpPr>
        <p:spPr>
          <a:xfrm>
            <a:off x="609480" y="228600"/>
            <a:ext cx="8239320" cy="6391440"/>
          </a:xfrm>
          <a:prstGeom prst="rect">
            <a:avLst/>
          </a:prstGeom>
          <a:solidFill>
            <a:srgbClr val="ede7e3"/>
          </a:solidFill>
          <a:ln w="0">
            <a:noFill/>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1" name=""/>
          <p:cNvSpPr/>
          <p:nvPr/>
        </p:nvSpPr>
        <p:spPr>
          <a:xfrm>
            <a:off x="1015920" y="1600200"/>
            <a:ext cx="7670880" cy="0"/>
          </a:xfrm>
          <a:prstGeom prst="line">
            <a:avLst/>
          </a:prstGeom>
          <a:ln w="3240">
            <a:solidFill>
              <a:srgbClr val="cbbd83"/>
            </a:solidFill>
            <a:miter/>
          </a:ln>
        </p:spPr>
        <p:style>
          <a:lnRef idx="0"/>
          <a:fillRef idx="0"/>
          <a:effectRef idx="0"/>
          <a:fontRef idx="minor"/>
        </p:style>
        <p:txBody>
          <a:bodyPr lIns="90000" rIns="90000" tIns="-46800" bIns="-46800" anchor="ctr">
            <a:noAutofit/>
          </a:bodyPr>
          <a:p>
            <a:endParaRPr b="0" lang="en-IN" sz="2400" strike="noStrike" u="none">
              <a:solidFill>
                <a:srgbClr val="000000"/>
              </a:solidFill>
              <a:effectLst/>
              <a:uFillTx/>
              <a:latin typeface="Times New Roman"/>
            </a:endParaRPr>
          </a:p>
        </p:txBody>
      </p:sp>
      <p:pic>
        <p:nvPicPr>
          <p:cNvPr id="2" name="" descr=""/>
          <p:cNvPicPr/>
          <p:nvPr/>
        </p:nvPicPr>
        <p:blipFill>
          <a:blip r:embed="rId2"/>
          <a:srcRect l="0" t="0" r="0" b="5335"/>
          <a:stretch/>
        </p:blipFill>
        <p:spPr>
          <a:xfrm>
            <a:off x="0" y="50760"/>
            <a:ext cx="1181160" cy="4057560"/>
          </a:xfrm>
          <a:prstGeom prst="rect">
            <a:avLst/>
          </a:prstGeom>
          <a:noFill/>
          <a:ln w="0">
            <a:noFill/>
          </a:ln>
        </p:spPr>
      </p:pic>
      <p:pic>
        <p:nvPicPr>
          <p:cNvPr id="3" name="" descr=""/>
          <p:cNvPicPr/>
          <p:nvPr/>
        </p:nvPicPr>
        <p:blipFill>
          <a:blip r:embed="rId3"/>
          <a:srcRect l="0" t="40000" r="0" b="0"/>
          <a:stretch/>
        </p:blipFill>
        <p:spPr>
          <a:xfrm>
            <a:off x="0" y="4222800"/>
            <a:ext cx="1181160" cy="2571840"/>
          </a:xfrm>
          <a:prstGeom prst="rect">
            <a:avLst/>
          </a:prstGeom>
          <a:noFill/>
          <a:ln w="0">
            <a:noFill/>
          </a:ln>
        </p:spPr>
      </p:pic>
      <p:sp>
        <p:nvSpPr>
          <p:cNvPr id="4"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Click to edit the title text format</a:t>
            </a:r>
            <a:endParaRPr b="0" lang="en-IN" sz="4400" strike="noStrike" u="none">
              <a:solidFill>
                <a:srgbClr val="221304"/>
              </a:solidFill>
              <a:effectLst/>
              <a:uFillTx/>
              <a:latin typeface="Times New Roman"/>
            </a:endParaRPr>
          </a:p>
        </p:txBody>
      </p:sp>
      <p:sp>
        <p:nvSpPr>
          <p:cNvPr id="5" name="PlaceHolder 2"/>
          <p:cNvSpPr>
            <a:spLocks noGrp="1"/>
          </p:cNvSpPr>
          <p:nvPr>
            <p:ph type="body"/>
          </p:nvPr>
        </p:nvSpPr>
        <p:spPr>
          <a:xfrm>
            <a:off x="1066320" y="1752480"/>
            <a:ext cx="7620120" cy="4114800"/>
          </a:xfrm>
          <a:prstGeom prst="rect">
            <a:avLst/>
          </a:prstGeom>
          <a:noFill/>
          <a:ln w="0">
            <a:noFill/>
          </a:ln>
        </p:spPr>
        <p:txBody>
          <a:bodyPr lIns="90000" rIns="90000" tIns="46800" bIns="46800" anchor="t">
            <a:normAutofit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Click to edit the outline text format</a:t>
            </a:r>
            <a:endParaRPr b="0" lang="en-IN" sz="3200" strike="noStrike" u="none">
              <a:solidFill>
                <a:srgbClr val="000000"/>
              </a:solidFill>
              <a:effectLst/>
              <a:uFillTx/>
              <a:latin typeface="Times New Roman"/>
            </a:endParaRPr>
          </a:p>
          <a:p>
            <a:pPr lvl="1" marL="743040" indent="-28584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Second Outline Level</a:t>
            </a:r>
            <a:endParaRPr b="0" lang="en-IN" sz="3200" strike="noStrike" u="none">
              <a:solidFill>
                <a:srgbClr val="000000"/>
              </a:solidFill>
              <a:effectLst/>
              <a:uFillTx/>
              <a:latin typeface="Times New Roman"/>
            </a:endParaRPr>
          </a:p>
          <a:p>
            <a:pPr lvl="2" marL="11430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Third Outline Level</a:t>
            </a:r>
            <a:endParaRPr b="0" lang="en-IN" sz="3200" strike="noStrike" u="none">
              <a:solidFill>
                <a:srgbClr val="000000"/>
              </a:solidFill>
              <a:effectLst/>
              <a:uFillTx/>
              <a:latin typeface="Times New Roman"/>
            </a:endParaRPr>
          </a:p>
          <a:p>
            <a:pPr lvl="3" marL="16002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Fourth Outline Level</a:t>
            </a:r>
            <a:endParaRPr b="0" lang="en-IN" sz="3200" strike="noStrike" u="none">
              <a:solidFill>
                <a:srgbClr val="000000"/>
              </a:solidFill>
              <a:effectLst/>
              <a:uFillTx/>
              <a:latin typeface="Times New Roman"/>
            </a:endParaRPr>
          </a:p>
          <a:p>
            <a:pPr lvl="4"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Fifth Outline Level</a:t>
            </a:r>
            <a:endParaRPr b="0" lang="en-IN" sz="3200" strike="noStrike" u="none">
              <a:solidFill>
                <a:srgbClr val="000000"/>
              </a:solidFill>
              <a:effectLst/>
              <a:uFillTx/>
              <a:latin typeface="Times New Roman"/>
            </a:endParaRPr>
          </a:p>
          <a:p>
            <a:pPr lvl="5"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Sixth Outline Level</a:t>
            </a:r>
            <a:endParaRPr b="0" lang="en-IN" sz="3200" strike="noStrike" u="none">
              <a:solidFill>
                <a:srgbClr val="000000"/>
              </a:solidFill>
              <a:effectLst/>
              <a:uFillTx/>
              <a:latin typeface="Times New Roman"/>
            </a:endParaRPr>
          </a:p>
          <a:p>
            <a:pPr lvl="6"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Seventh Outline Level</a:t>
            </a:r>
            <a:endParaRPr b="0" lang="en-IN" sz="3200" strike="noStrike" u="none">
              <a:solidFill>
                <a:srgbClr val="000000"/>
              </a:solidFill>
              <a:effectLst/>
              <a:uFillTx/>
              <a:latin typeface="Times New Roman"/>
            </a:endParaRPr>
          </a:p>
        </p:txBody>
      </p:sp>
      <p:sp>
        <p:nvSpPr>
          <p:cNvPr id="6" name="PlaceHolder 3"/>
          <p:cNvSpPr>
            <a:spLocks noGrp="1"/>
          </p:cNvSpPr>
          <p:nvPr>
            <p:ph type="dt" idx="1"/>
          </p:nvPr>
        </p:nvSpPr>
        <p:spPr>
          <a:xfrm>
            <a:off x="1014120" y="6107040"/>
            <a:ext cx="1904760" cy="45720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7" name="PlaceHolder 4"/>
          <p:cNvSpPr>
            <a:spLocks noGrp="1"/>
          </p:cNvSpPr>
          <p:nvPr>
            <p:ph type="ftr" idx="2"/>
          </p:nvPr>
        </p:nvSpPr>
        <p:spPr>
          <a:xfrm>
            <a:off x="3452400" y="6107040"/>
            <a:ext cx="2895480" cy="45720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8" name="PlaceHolder 5"/>
          <p:cNvSpPr>
            <a:spLocks noGrp="1"/>
          </p:cNvSpPr>
          <p:nvPr>
            <p:ph type="sldNum" idx="3"/>
          </p:nvPr>
        </p:nvSpPr>
        <p:spPr>
          <a:xfrm>
            <a:off x="6881760" y="6107040"/>
            <a:ext cx="190512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1CA3927-8379-427C-9600-874DA46C1D23}" type="slidenum">
              <a:rPr b="0" lang="en-IN" sz="1400" strike="noStrike" u="none">
                <a:solidFill>
                  <a:srgbClr val="000000"/>
                </a:solidFill>
                <a:effectLst/>
                <a:uFillTx/>
                <a:latin typeface="Times New Roman"/>
              </a:rPr>
              <a:t>&lt;number&gt;</a:t>
            </a:fld>
            <a:endParaRPr b="0" lang="en-IN" sz="14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bg>
      <p:bgPr>
        <a:solidFill>
          <a:srgbClr val="906d58"/>
        </a:solidFill>
      </p:bgPr>
    </p:bg>
    <p:spTree>
      <p:nvGrpSpPr>
        <p:cNvPr id="1" name=""/>
        <p:cNvGrpSpPr/>
        <p:nvPr/>
      </p:nvGrpSpPr>
      <p:grpSpPr>
        <a:xfrm>
          <a:off x="0" y="0"/>
          <a:ext cx="0" cy="0"/>
          <a:chOff x="0" y="0"/>
          <a:chExt cx="0" cy="0"/>
        </a:xfrm>
      </p:grpSpPr>
      <p:sp>
        <p:nvSpPr>
          <p:cNvPr id="0" name=""/>
          <p:cNvSpPr/>
          <p:nvPr/>
        </p:nvSpPr>
        <p:spPr>
          <a:xfrm>
            <a:off x="609480" y="228600"/>
            <a:ext cx="8239320" cy="6391440"/>
          </a:xfrm>
          <a:prstGeom prst="rect">
            <a:avLst/>
          </a:prstGeom>
          <a:solidFill>
            <a:srgbClr val="ede7e3"/>
          </a:solidFill>
          <a:ln w="0">
            <a:noFill/>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9" name=""/>
          <p:cNvSpPr/>
          <p:nvPr/>
        </p:nvSpPr>
        <p:spPr>
          <a:xfrm>
            <a:off x="1015920" y="1600200"/>
            <a:ext cx="7670880" cy="0"/>
          </a:xfrm>
          <a:prstGeom prst="line">
            <a:avLst/>
          </a:prstGeom>
          <a:ln w="3240">
            <a:solidFill>
              <a:srgbClr val="cbbd83"/>
            </a:solidFill>
            <a:miter/>
          </a:ln>
        </p:spPr>
        <p:style>
          <a:lnRef idx="0"/>
          <a:fillRef idx="0"/>
          <a:effectRef idx="0"/>
          <a:fontRef idx="minor"/>
        </p:style>
        <p:txBody>
          <a:bodyPr lIns="90000" rIns="90000" tIns="-46800" bIns="-46800" anchor="ctr">
            <a:noAutofit/>
          </a:bodyPr>
          <a:p>
            <a:endParaRPr b="0" lang="en-IN" sz="2400" strike="noStrike" u="none">
              <a:solidFill>
                <a:srgbClr val="000000"/>
              </a:solidFill>
              <a:effectLst/>
              <a:uFillTx/>
              <a:latin typeface="Times New Roman"/>
            </a:endParaRPr>
          </a:p>
        </p:txBody>
      </p:sp>
      <p:pic>
        <p:nvPicPr>
          <p:cNvPr id="10" name="" descr=""/>
          <p:cNvPicPr/>
          <p:nvPr/>
        </p:nvPicPr>
        <p:blipFill>
          <a:blip r:embed="rId2"/>
          <a:srcRect l="0" t="0" r="0" b="5335"/>
          <a:stretch/>
        </p:blipFill>
        <p:spPr>
          <a:xfrm>
            <a:off x="0" y="50760"/>
            <a:ext cx="1181160" cy="4057560"/>
          </a:xfrm>
          <a:prstGeom prst="rect">
            <a:avLst/>
          </a:prstGeom>
          <a:noFill/>
          <a:ln w="0">
            <a:noFill/>
          </a:ln>
        </p:spPr>
      </p:pic>
      <p:pic>
        <p:nvPicPr>
          <p:cNvPr id="11" name="" descr=""/>
          <p:cNvPicPr/>
          <p:nvPr/>
        </p:nvPicPr>
        <p:blipFill>
          <a:blip r:embed="rId3"/>
          <a:srcRect l="0" t="40000" r="0" b="0"/>
          <a:stretch/>
        </p:blipFill>
        <p:spPr>
          <a:xfrm>
            <a:off x="0" y="4222800"/>
            <a:ext cx="1181160" cy="2571840"/>
          </a:xfrm>
          <a:prstGeom prst="rect">
            <a:avLst/>
          </a:prstGeom>
          <a:noFill/>
          <a:ln w="0">
            <a:noFill/>
          </a:ln>
        </p:spPr>
      </p:pic>
      <p:sp>
        <p:nvSpPr>
          <p:cNvPr id="12"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Click to edit the title text format</a:t>
            </a:r>
            <a:endParaRPr b="0" lang="en-IN" sz="4400" strike="noStrike" u="none">
              <a:solidFill>
                <a:srgbClr val="221304"/>
              </a:solidFill>
              <a:effectLst/>
              <a:uFillTx/>
              <a:latin typeface="Times New Roman"/>
            </a:endParaRPr>
          </a:p>
        </p:txBody>
      </p:sp>
      <p:sp>
        <p:nvSpPr>
          <p:cNvPr id="13" name="PlaceHolder 2"/>
          <p:cNvSpPr>
            <a:spLocks noGrp="1"/>
          </p:cNvSpPr>
          <p:nvPr>
            <p:ph type="body"/>
          </p:nvPr>
        </p:nvSpPr>
        <p:spPr>
          <a:xfrm>
            <a:off x="1066320" y="1752480"/>
            <a:ext cx="7620120" cy="4114800"/>
          </a:xfrm>
          <a:prstGeom prst="rect">
            <a:avLst/>
          </a:prstGeom>
          <a:noFill/>
          <a:ln w="0">
            <a:noFill/>
          </a:ln>
        </p:spPr>
        <p:txBody>
          <a:bodyPr lIns="90000" rIns="90000" tIns="46800" bIns="46800" anchor="t">
            <a:normAutofit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Click to edit the outline text format</a:t>
            </a:r>
            <a:endParaRPr b="0" lang="en-IN" sz="3200" strike="noStrike" u="none">
              <a:solidFill>
                <a:srgbClr val="000000"/>
              </a:solidFill>
              <a:effectLst/>
              <a:uFillTx/>
              <a:latin typeface="Times New Roman"/>
            </a:endParaRPr>
          </a:p>
          <a:p>
            <a:pPr lvl="1" marL="743040" indent="-28584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Second Outline Level</a:t>
            </a:r>
            <a:endParaRPr b="0" lang="en-IN" sz="3200" strike="noStrike" u="none">
              <a:solidFill>
                <a:srgbClr val="000000"/>
              </a:solidFill>
              <a:effectLst/>
              <a:uFillTx/>
              <a:latin typeface="Times New Roman"/>
            </a:endParaRPr>
          </a:p>
          <a:p>
            <a:pPr lvl="2" marL="11430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Third Outline Level</a:t>
            </a:r>
            <a:endParaRPr b="0" lang="en-IN" sz="3200" strike="noStrike" u="none">
              <a:solidFill>
                <a:srgbClr val="000000"/>
              </a:solidFill>
              <a:effectLst/>
              <a:uFillTx/>
              <a:latin typeface="Times New Roman"/>
            </a:endParaRPr>
          </a:p>
          <a:p>
            <a:pPr lvl="3" marL="16002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Fourth Outline Level</a:t>
            </a:r>
            <a:endParaRPr b="0" lang="en-IN" sz="3200" strike="noStrike" u="none">
              <a:solidFill>
                <a:srgbClr val="000000"/>
              </a:solidFill>
              <a:effectLst/>
              <a:uFillTx/>
              <a:latin typeface="Times New Roman"/>
            </a:endParaRPr>
          </a:p>
          <a:p>
            <a:pPr lvl="4"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Fifth Outline Level</a:t>
            </a:r>
            <a:endParaRPr b="0" lang="en-IN" sz="3200" strike="noStrike" u="none">
              <a:solidFill>
                <a:srgbClr val="000000"/>
              </a:solidFill>
              <a:effectLst/>
              <a:uFillTx/>
              <a:latin typeface="Times New Roman"/>
            </a:endParaRPr>
          </a:p>
          <a:p>
            <a:pPr lvl="5"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Sixth Outline Level</a:t>
            </a:r>
            <a:endParaRPr b="0" lang="en-IN" sz="3200" strike="noStrike" u="none">
              <a:solidFill>
                <a:srgbClr val="000000"/>
              </a:solidFill>
              <a:effectLst/>
              <a:uFillTx/>
              <a:latin typeface="Times New Roman"/>
            </a:endParaRPr>
          </a:p>
          <a:p>
            <a:pPr lvl="6"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Seventh Outline Level</a:t>
            </a:r>
            <a:endParaRPr b="0" lang="en-IN" sz="3200" strike="noStrike" u="none">
              <a:solidFill>
                <a:srgbClr val="000000"/>
              </a:solidFill>
              <a:effectLst/>
              <a:uFillTx/>
              <a:latin typeface="Times New Roman"/>
            </a:endParaRPr>
          </a:p>
        </p:txBody>
      </p:sp>
      <p:sp>
        <p:nvSpPr>
          <p:cNvPr id="14" name="PlaceHolder 3"/>
          <p:cNvSpPr>
            <a:spLocks noGrp="1"/>
          </p:cNvSpPr>
          <p:nvPr>
            <p:ph type="dt" idx="4"/>
          </p:nvPr>
        </p:nvSpPr>
        <p:spPr>
          <a:xfrm>
            <a:off x="1014120" y="6107040"/>
            <a:ext cx="1904760" cy="45720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15" name="PlaceHolder 4"/>
          <p:cNvSpPr>
            <a:spLocks noGrp="1"/>
          </p:cNvSpPr>
          <p:nvPr>
            <p:ph type="ftr" idx="5"/>
          </p:nvPr>
        </p:nvSpPr>
        <p:spPr>
          <a:xfrm>
            <a:off x="3452400" y="6107040"/>
            <a:ext cx="2895480" cy="45720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6" name="PlaceHolder 5"/>
          <p:cNvSpPr>
            <a:spLocks noGrp="1"/>
          </p:cNvSpPr>
          <p:nvPr>
            <p:ph type="sldNum" idx="6"/>
          </p:nvPr>
        </p:nvSpPr>
        <p:spPr>
          <a:xfrm>
            <a:off x="6881760" y="6107040"/>
            <a:ext cx="190512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ED4983-4272-4A91-901B-55F14562EA40}" type="slidenum">
              <a:rPr b="0" lang="en-IN" sz="1400" strike="noStrike" u="none">
                <a:solidFill>
                  <a:srgbClr val="000000"/>
                </a:solidFill>
                <a:effectLst/>
                <a:uFillTx/>
                <a:latin typeface="Times New Roman"/>
              </a:rPr>
              <a:t>&lt;number&gt;</a:t>
            </a:fld>
            <a:endParaRPr b="0" lang="en-IN" sz="14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906d58"/>
        </a:solidFill>
      </p:bgPr>
    </p:bg>
    <p:spTree>
      <p:nvGrpSpPr>
        <p:cNvPr id="1" name=""/>
        <p:cNvGrpSpPr/>
        <p:nvPr/>
      </p:nvGrpSpPr>
      <p:grpSpPr>
        <a:xfrm>
          <a:off x="0" y="0"/>
          <a:ext cx="0" cy="0"/>
          <a:chOff x="0" y="0"/>
          <a:chExt cx="0" cy="0"/>
        </a:xfrm>
      </p:grpSpPr>
      <p:sp>
        <p:nvSpPr>
          <p:cNvPr id="0" name=""/>
          <p:cNvSpPr/>
          <p:nvPr/>
        </p:nvSpPr>
        <p:spPr>
          <a:xfrm>
            <a:off x="609480" y="228600"/>
            <a:ext cx="8239320" cy="6391440"/>
          </a:xfrm>
          <a:prstGeom prst="rect">
            <a:avLst/>
          </a:prstGeom>
          <a:solidFill>
            <a:srgbClr val="ede7e3"/>
          </a:solidFill>
          <a:ln w="0">
            <a:noFill/>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17" name=""/>
          <p:cNvSpPr/>
          <p:nvPr/>
        </p:nvSpPr>
        <p:spPr>
          <a:xfrm>
            <a:off x="1015920" y="1600200"/>
            <a:ext cx="7670880" cy="0"/>
          </a:xfrm>
          <a:prstGeom prst="line">
            <a:avLst/>
          </a:prstGeom>
          <a:ln w="3240">
            <a:solidFill>
              <a:srgbClr val="cbbd83"/>
            </a:solidFill>
            <a:miter/>
          </a:ln>
        </p:spPr>
        <p:style>
          <a:lnRef idx="0"/>
          <a:fillRef idx="0"/>
          <a:effectRef idx="0"/>
          <a:fontRef idx="minor"/>
        </p:style>
        <p:txBody>
          <a:bodyPr lIns="90000" rIns="90000" tIns="-46800" bIns="-46800" anchor="ctr">
            <a:noAutofit/>
          </a:bodyPr>
          <a:p>
            <a:endParaRPr b="0" lang="en-IN" sz="2400" strike="noStrike" u="none">
              <a:solidFill>
                <a:srgbClr val="000000"/>
              </a:solidFill>
              <a:effectLst/>
              <a:uFillTx/>
              <a:latin typeface="Times New Roman"/>
            </a:endParaRPr>
          </a:p>
        </p:txBody>
      </p:sp>
      <p:pic>
        <p:nvPicPr>
          <p:cNvPr id="18" name="" descr=""/>
          <p:cNvPicPr/>
          <p:nvPr/>
        </p:nvPicPr>
        <p:blipFill>
          <a:blip r:embed="rId2"/>
          <a:srcRect l="0" t="0" r="0" b="5335"/>
          <a:stretch/>
        </p:blipFill>
        <p:spPr>
          <a:xfrm>
            <a:off x="0" y="50760"/>
            <a:ext cx="1181160" cy="4057560"/>
          </a:xfrm>
          <a:prstGeom prst="rect">
            <a:avLst/>
          </a:prstGeom>
          <a:noFill/>
          <a:ln w="0">
            <a:noFill/>
          </a:ln>
        </p:spPr>
      </p:pic>
      <p:pic>
        <p:nvPicPr>
          <p:cNvPr id="19" name="" descr=""/>
          <p:cNvPicPr/>
          <p:nvPr/>
        </p:nvPicPr>
        <p:blipFill>
          <a:blip r:embed="rId3"/>
          <a:srcRect l="0" t="40000" r="0" b="0"/>
          <a:stretch/>
        </p:blipFill>
        <p:spPr>
          <a:xfrm>
            <a:off x="0" y="4222800"/>
            <a:ext cx="1181160" cy="2571840"/>
          </a:xfrm>
          <a:prstGeom prst="rect">
            <a:avLst/>
          </a:prstGeom>
          <a:noFill/>
          <a:ln w="0">
            <a:noFill/>
          </a:ln>
        </p:spPr>
      </p:pic>
      <p:sp>
        <p:nvSpPr>
          <p:cNvPr id="20"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Click to edit the title text format</a:t>
            </a:r>
            <a:endParaRPr b="0" lang="en-IN" sz="4400" strike="noStrike" u="none">
              <a:solidFill>
                <a:srgbClr val="221304"/>
              </a:solidFill>
              <a:effectLst/>
              <a:uFillTx/>
              <a:latin typeface="Times New Roman"/>
            </a:endParaRPr>
          </a:p>
        </p:txBody>
      </p:sp>
      <p:sp>
        <p:nvSpPr>
          <p:cNvPr id="21" name="PlaceHolder 2"/>
          <p:cNvSpPr>
            <a:spLocks noGrp="1"/>
          </p:cNvSpPr>
          <p:nvPr>
            <p:ph type="body"/>
          </p:nvPr>
        </p:nvSpPr>
        <p:spPr>
          <a:xfrm>
            <a:off x="1066320" y="1752480"/>
            <a:ext cx="7620120" cy="4114800"/>
          </a:xfrm>
          <a:prstGeom prst="rect">
            <a:avLst/>
          </a:prstGeom>
          <a:noFill/>
          <a:ln w="0">
            <a:noFill/>
          </a:ln>
        </p:spPr>
        <p:txBody>
          <a:bodyPr lIns="90000" rIns="90000" tIns="46800" bIns="46800" anchor="t">
            <a:normAutofit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Click to edit the outline text format</a:t>
            </a:r>
            <a:endParaRPr b="0" lang="en-IN" sz="3200" strike="noStrike" u="none">
              <a:solidFill>
                <a:srgbClr val="000000"/>
              </a:solidFill>
              <a:effectLst/>
              <a:uFillTx/>
              <a:latin typeface="Times New Roman"/>
            </a:endParaRPr>
          </a:p>
          <a:p>
            <a:pPr lvl="1" marL="743040" indent="-28584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Second Outline Level</a:t>
            </a:r>
            <a:endParaRPr b="0" lang="en-IN" sz="3200" strike="noStrike" u="none">
              <a:solidFill>
                <a:srgbClr val="000000"/>
              </a:solidFill>
              <a:effectLst/>
              <a:uFillTx/>
              <a:latin typeface="Times New Roman"/>
            </a:endParaRPr>
          </a:p>
          <a:p>
            <a:pPr lvl="2" marL="11430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Third Outline Level</a:t>
            </a:r>
            <a:endParaRPr b="0" lang="en-IN" sz="3200" strike="noStrike" u="none">
              <a:solidFill>
                <a:srgbClr val="000000"/>
              </a:solidFill>
              <a:effectLst/>
              <a:uFillTx/>
              <a:latin typeface="Times New Roman"/>
            </a:endParaRPr>
          </a:p>
          <a:p>
            <a:pPr lvl="3" marL="16002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Fourth Outline Level</a:t>
            </a:r>
            <a:endParaRPr b="0" lang="en-IN" sz="3200" strike="noStrike" u="none">
              <a:solidFill>
                <a:srgbClr val="000000"/>
              </a:solidFill>
              <a:effectLst/>
              <a:uFillTx/>
              <a:latin typeface="Times New Roman"/>
            </a:endParaRPr>
          </a:p>
          <a:p>
            <a:pPr lvl="4"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Fifth Outline Level</a:t>
            </a:r>
            <a:endParaRPr b="0" lang="en-IN" sz="3200" strike="noStrike" u="none">
              <a:solidFill>
                <a:srgbClr val="000000"/>
              </a:solidFill>
              <a:effectLst/>
              <a:uFillTx/>
              <a:latin typeface="Times New Roman"/>
            </a:endParaRPr>
          </a:p>
          <a:p>
            <a:pPr lvl="5"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Sixth Outline Level</a:t>
            </a:r>
            <a:endParaRPr b="0" lang="en-IN" sz="3200" strike="noStrike" u="none">
              <a:solidFill>
                <a:srgbClr val="000000"/>
              </a:solidFill>
              <a:effectLst/>
              <a:uFillTx/>
              <a:latin typeface="Times New Roman"/>
            </a:endParaRPr>
          </a:p>
          <a:p>
            <a:pPr lvl="6"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Seventh Outline Level</a:t>
            </a:r>
            <a:endParaRPr b="0" lang="en-IN" sz="3200" strike="noStrike" u="none">
              <a:solidFill>
                <a:srgbClr val="000000"/>
              </a:solidFill>
              <a:effectLst/>
              <a:uFillTx/>
              <a:latin typeface="Times New Roman"/>
            </a:endParaRPr>
          </a:p>
        </p:txBody>
      </p:sp>
      <p:sp>
        <p:nvSpPr>
          <p:cNvPr id="22" name="PlaceHolder 3"/>
          <p:cNvSpPr>
            <a:spLocks noGrp="1"/>
          </p:cNvSpPr>
          <p:nvPr>
            <p:ph type="dt" idx="7"/>
          </p:nvPr>
        </p:nvSpPr>
        <p:spPr>
          <a:xfrm>
            <a:off x="1014120" y="6107040"/>
            <a:ext cx="1904760" cy="45720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23" name="PlaceHolder 4"/>
          <p:cNvSpPr>
            <a:spLocks noGrp="1"/>
          </p:cNvSpPr>
          <p:nvPr>
            <p:ph type="ftr" idx="8"/>
          </p:nvPr>
        </p:nvSpPr>
        <p:spPr>
          <a:xfrm>
            <a:off x="3452400" y="6107040"/>
            <a:ext cx="2895480" cy="45720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4" name="PlaceHolder 5"/>
          <p:cNvSpPr>
            <a:spLocks noGrp="1"/>
          </p:cNvSpPr>
          <p:nvPr>
            <p:ph type="sldNum" idx="9"/>
          </p:nvPr>
        </p:nvSpPr>
        <p:spPr>
          <a:xfrm>
            <a:off x="6881760" y="6107040"/>
            <a:ext cx="190512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E60CD4E-5C4E-44AD-9C70-F52A370632B9}" type="slidenum">
              <a:rPr b="0" lang="en-IN" sz="1400" strike="noStrike" u="none">
                <a:solidFill>
                  <a:srgbClr val="000000"/>
                </a:solidFill>
                <a:effectLst/>
                <a:uFillTx/>
                <a:latin typeface="Times New Roman"/>
              </a:rPr>
              <a:t>&lt;number&gt;</a:t>
            </a:fld>
            <a:endParaRPr b="0" lang="en-IN" sz="14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2.gif"/><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wmf"/><Relationship Id="rId2" Type="http://schemas.openxmlformats.org/officeDocument/2006/relationships/image" Target="../media/image4.wmf"/><Relationship Id="rId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5.gif"/><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3.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image" Target="../media/image12.wmf"/><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3.wmf"/><Relationship Id="rId2"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image" Target="../media/image14.wmf"/><Relationship Id="rId2" Type="http://schemas.openxmlformats.org/officeDocument/2006/relationships/slideLayout" Target="../slideLayouts/slideLayout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32" name=""/>
          <p:cNvSpPr/>
          <p:nvPr/>
        </p:nvSpPr>
        <p:spPr>
          <a:xfrm>
            <a:off x="1371600" y="228600"/>
            <a:ext cx="7010280" cy="66657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000000"/>
                </a:solidFill>
                <a:effectLst/>
                <a:uFillTx/>
                <a:latin typeface="Comic Sans MS"/>
              </a:rPr>
              <a:t>Building Your </a:t>
            </a:r>
            <a:endParaRPr b="0" lang="en-IN" sz="5400" strike="noStrike" u="none">
              <a:solidFill>
                <a:srgbClr val="000000"/>
              </a:solidFill>
              <a:effectLst/>
              <a:uFillTx/>
              <a:latin typeface="Times New Roman"/>
            </a:endParaRPr>
          </a:p>
          <a:p>
            <a:pPr algn="ct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000000"/>
                </a:solidFill>
                <a:effectLst/>
                <a:uFillTx/>
                <a:latin typeface="Comic Sans MS"/>
              </a:rPr>
              <a:t>Bag of </a:t>
            </a:r>
            <a:endParaRPr b="0" lang="en-IN" sz="5400" strike="noStrike" u="none">
              <a:solidFill>
                <a:srgbClr val="000000"/>
              </a:solidFill>
              <a:effectLst/>
              <a:uFillTx/>
              <a:latin typeface="Times New Roman"/>
            </a:endParaRPr>
          </a:p>
          <a:p>
            <a:pPr algn="ct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000000"/>
                </a:solidFill>
                <a:effectLst/>
                <a:uFillTx/>
                <a:latin typeface="Comic Sans MS"/>
              </a:rPr>
              <a:t>Tricks</a:t>
            </a:r>
            <a:endParaRPr b="0" lang="en-IN" sz="5400" strike="noStrike" u="none">
              <a:solidFill>
                <a:srgbClr val="000000"/>
              </a:solidFill>
              <a:effectLst/>
              <a:uFillTx/>
              <a:latin typeface="Times New Roman"/>
            </a:endParaRPr>
          </a:p>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Comic Sans MS"/>
              </a:rPr>
              <a:t>Presented by: </a:t>
            </a:r>
            <a:endParaRPr b="0" lang="en-IN" sz="2800" strike="noStrike" u="none">
              <a:solidFill>
                <a:srgbClr val="000000"/>
              </a:solidFill>
              <a:effectLst/>
              <a:uFillTx/>
              <a:latin typeface="Times New Roman"/>
            </a:endParaRPr>
          </a:p>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Comic Sans MS"/>
              </a:rPr>
              <a:t>Rhonda K. Hedges</a:t>
            </a:r>
            <a:endParaRPr b="0" lang="en-IN" sz="2800" strike="noStrike" u="none">
              <a:solidFill>
                <a:srgbClr val="000000"/>
              </a:solidFill>
              <a:effectLst/>
              <a:uFillTx/>
              <a:latin typeface="Times New Roman"/>
            </a:endParaRPr>
          </a:p>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Comic Sans MS"/>
              </a:rPr>
              <a:t>Principal</a:t>
            </a:r>
            <a:endParaRPr b="0" lang="en-IN" sz="2800" strike="noStrike" u="none">
              <a:solidFill>
                <a:srgbClr val="000000"/>
              </a:solidFill>
              <a:effectLst/>
              <a:uFillTx/>
              <a:latin typeface="Times New Roman"/>
            </a:endParaRPr>
          </a:p>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pic>
        <p:nvPicPr>
          <p:cNvPr id="33" name="" descr=""/>
          <p:cNvPicPr/>
          <p:nvPr/>
        </p:nvPicPr>
        <p:blipFill>
          <a:blip r:embed="rId1"/>
          <a:stretch/>
        </p:blipFill>
        <p:spPr>
          <a:xfrm>
            <a:off x="1371600" y="3189240"/>
            <a:ext cx="2133720" cy="19051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34" name=""/>
          <p:cNvSpPr/>
          <p:nvPr/>
        </p:nvSpPr>
        <p:spPr>
          <a:xfrm rot="10800000">
            <a:off x="-360" y="4495320"/>
            <a:ext cx="9296280" cy="2362320"/>
          </a:xfrm>
          <a:custGeom>
            <a:avLst/>
            <a:gdLst>
              <a:gd name="textAreaLeft" fmla="*/ 2044080 w 9296280"/>
              <a:gd name="textAreaRight" fmla="*/ 7252200 w 9296280"/>
              <a:gd name="textAreaTop" fmla="*/ 519480 h 2362320"/>
              <a:gd name="textAreaBottom" fmla="*/ 1842840 h 2362320"/>
              <a:gd name="GluePoint1X" fmla="*/ 6 w 21600"/>
              <a:gd name="GluePoint1Y" fmla="*/ 10800 h 21600"/>
              <a:gd name="GluePoint2X" fmla="*/ 10800 w 21600"/>
              <a:gd name="GluePoint2Y" fmla="*/ 21600 h 21600"/>
              <a:gd name="GluePoint3X" fmla="*/ 5 w 21600"/>
              <a:gd name="GluePoint3Y" fmla="*/ 10800 h 21600"/>
              <a:gd name="GluePoint4X" fmla="*/ 1080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0" y="0"/>
                </a:moveTo>
                <a:lnTo>
                  <a:pt x="21600" y="0"/>
                </a:lnTo>
                <a:lnTo>
                  <a:pt x="16200" y="21600"/>
                </a:lnTo>
                <a:lnTo>
                  <a:pt x="5400" y="21600"/>
                </a:lnTo>
                <a:close/>
              </a:path>
            </a:pathLst>
          </a:custGeom>
          <a:solidFill>
            <a:srgbClr val="33cc33"/>
          </a:solid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35" name=""/>
          <p:cNvSpPr/>
          <p:nvPr/>
        </p:nvSpPr>
        <p:spPr>
          <a:xfrm>
            <a:off x="1371600" y="5105520"/>
            <a:ext cx="6858000" cy="916920"/>
          </a:xfrm>
          <a:prstGeom prst="rect">
            <a:avLst/>
          </a:prstGeom>
          <a:noFill/>
          <a:ln w="0">
            <a:noFill/>
          </a:ln>
        </p:spPr>
        <p:style>
          <a:lnRef idx="0"/>
          <a:fillRef idx="0"/>
          <a:effectRef idx="0"/>
          <a:fontRef idx="minor"/>
        </p:style>
        <p:txBody>
          <a:bodyPr lIns="90000" rIns="90000" tIns="46800" bIns="46800" anchor="t">
            <a:spAutoFit/>
          </a:bodyPr>
          <a:p>
            <a:pPr algn="ctr">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5400" strike="noStrike" u="none">
                <a:solidFill>
                  <a:srgbClr val="000000"/>
                </a:solidFill>
                <a:effectLst/>
                <a:uFillTx/>
                <a:latin typeface="Times New Roman"/>
                <a:ea typeface="Times New Roman"/>
              </a:rPr>
              <a:t>Universal Strategies</a:t>
            </a:r>
            <a:endParaRPr b="0" lang="en-IN" sz="5400" strike="noStrike" u="none">
              <a:solidFill>
                <a:srgbClr val="000000"/>
              </a:solidFill>
              <a:effectLst/>
              <a:uFillTx/>
              <a:latin typeface="Times New Roman"/>
            </a:endParaRPr>
          </a:p>
        </p:txBody>
      </p:sp>
      <p:sp>
        <p:nvSpPr>
          <p:cNvPr id="36" name=""/>
          <p:cNvSpPr/>
          <p:nvPr/>
        </p:nvSpPr>
        <p:spPr>
          <a:xfrm>
            <a:off x="1447920" y="5867280"/>
            <a:ext cx="14475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efde3"/>
                </a:solidFill>
                <a:effectLst/>
                <a:uFillTx/>
                <a:latin typeface="Times New Roman"/>
                <a:ea typeface="Times New Roman"/>
              </a:rPr>
              <a:t>CHAMPs</a:t>
            </a:r>
            <a:endParaRPr b="0" lang="en-IN" sz="2400" strike="noStrike" u="none">
              <a:solidFill>
                <a:srgbClr val="000000"/>
              </a:solidFill>
              <a:effectLst/>
              <a:uFillTx/>
              <a:latin typeface="Times New Roman"/>
            </a:endParaRPr>
          </a:p>
        </p:txBody>
      </p:sp>
      <p:sp>
        <p:nvSpPr>
          <p:cNvPr id="37" name=""/>
          <p:cNvSpPr/>
          <p:nvPr/>
        </p:nvSpPr>
        <p:spPr>
          <a:xfrm>
            <a:off x="3581280" y="5867280"/>
            <a:ext cx="2057400" cy="82548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efde3"/>
                </a:solidFill>
                <a:effectLst/>
                <a:uFillTx/>
                <a:latin typeface="Times New Roman"/>
                <a:ea typeface="Times New Roman"/>
              </a:rPr>
              <a:t>First Days of School</a:t>
            </a:r>
            <a:endParaRPr b="0" lang="en-IN" sz="2400" strike="noStrike" u="none">
              <a:solidFill>
                <a:srgbClr val="000000"/>
              </a:solidFill>
              <a:effectLst/>
              <a:uFillTx/>
              <a:latin typeface="Times New Roman"/>
            </a:endParaRPr>
          </a:p>
        </p:txBody>
      </p:sp>
      <p:sp>
        <p:nvSpPr>
          <p:cNvPr id="38" name=""/>
          <p:cNvSpPr/>
          <p:nvPr/>
        </p:nvSpPr>
        <p:spPr>
          <a:xfrm>
            <a:off x="6172200" y="5791320"/>
            <a:ext cx="1752480" cy="82548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efde3"/>
                </a:solidFill>
                <a:effectLst/>
                <a:uFillTx/>
                <a:latin typeface="Times New Roman"/>
                <a:ea typeface="Times New Roman"/>
              </a:rPr>
              <a:t>Discipline with Dignity </a:t>
            </a:r>
            <a:endParaRPr b="0" lang="en-IN" sz="2400" strike="noStrike" u="none">
              <a:solidFill>
                <a:srgbClr val="000000"/>
              </a:solidFill>
              <a:effectLst/>
              <a:uFillTx/>
              <a:latin typeface="Times New Roman"/>
            </a:endParaRPr>
          </a:p>
        </p:txBody>
      </p:sp>
      <p:sp>
        <p:nvSpPr>
          <p:cNvPr id="39" name=""/>
          <p:cNvSpPr/>
          <p:nvPr/>
        </p:nvSpPr>
        <p:spPr>
          <a:xfrm rot="10800000">
            <a:off x="2209320" y="2742480"/>
            <a:ext cx="4876920" cy="1219320"/>
          </a:xfrm>
          <a:custGeom>
            <a:avLst/>
            <a:gdLst>
              <a:gd name="textAreaLeft" fmla="*/ 1072440 w 4876920"/>
              <a:gd name="textAreaRight" fmla="*/ 3804480 w 4876920"/>
              <a:gd name="textAreaTop" fmla="*/ 268200 h 1219320"/>
              <a:gd name="textAreaBottom" fmla="*/ 951120 h 1219320"/>
              <a:gd name="GluePoint1X" fmla="*/ 6 w 21600"/>
              <a:gd name="GluePoint1Y" fmla="*/ 10800 h 21600"/>
              <a:gd name="GluePoint2X" fmla="*/ 10800 w 21600"/>
              <a:gd name="GluePoint2Y" fmla="*/ 21600 h 21600"/>
              <a:gd name="GluePoint3X" fmla="*/ 5 w 21600"/>
              <a:gd name="GluePoint3Y" fmla="*/ 10800 h 21600"/>
              <a:gd name="GluePoint4X" fmla="*/ 1080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0" y="0"/>
                </a:moveTo>
                <a:lnTo>
                  <a:pt x="21600" y="0"/>
                </a:lnTo>
                <a:lnTo>
                  <a:pt x="16200" y="21600"/>
                </a:lnTo>
                <a:lnTo>
                  <a:pt x="5400" y="21600"/>
                </a:lnTo>
                <a:close/>
              </a:path>
            </a:pathLst>
          </a:custGeom>
          <a:solidFill>
            <a:srgbClr val="66ccff"/>
          </a:solidFill>
          <a:ln cap="sq" w="12600">
            <a:solidFill>
              <a:srgbClr val="000000"/>
            </a:solidFill>
            <a:miter/>
          </a:ln>
        </p:spPr>
        <p:style>
          <a:lnRef idx="0"/>
          <a:fillRef idx="0"/>
          <a:effectRef idx="0"/>
          <a:fontRef idx="minor"/>
        </p:style>
        <p:txBody>
          <a:bodyPr wrap="none" lIns="90000" rIns="90000" tIns="46800" bIns="46800" anchor="ctr" rot="10800000">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40" name=""/>
          <p:cNvSpPr/>
          <p:nvPr/>
        </p:nvSpPr>
        <p:spPr>
          <a:xfrm>
            <a:off x="2743200" y="3581280"/>
            <a:ext cx="22096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efde3"/>
                </a:solidFill>
                <a:effectLst/>
                <a:uFillTx/>
                <a:latin typeface="Times New Roman"/>
                <a:ea typeface="Times New Roman"/>
              </a:rPr>
              <a:t>Social Skills</a:t>
            </a:r>
            <a:endParaRPr b="0" lang="en-IN" sz="2400" strike="noStrike" u="none">
              <a:solidFill>
                <a:srgbClr val="000000"/>
              </a:solidFill>
              <a:effectLst/>
              <a:uFillTx/>
              <a:latin typeface="Times New Roman"/>
            </a:endParaRPr>
          </a:p>
        </p:txBody>
      </p:sp>
      <p:sp>
        <p:nvSpPr>
          <p:cNvPr id="41" name=""/>
          <p:cNvSpPr/>
          <p:nvPr/>
        </p:nvSpPr>
        <p:spPr>
          <a:xfrm>
            <a:off x="3352680" y="2819520"/>
            <a:ext cx="11430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efde3"/>
                </a:solidFill>
                <a:effectLst/>
                <a:uFillTx/>
                <a:latin typeface="Times New Roman"/>
                <a:ea typeface="Times New Roman"/>
              </a:rPr>
              <a:t>SST</a:t>
            </a:r>
            <a:endParaRPr b="0" lang="en-IN" sz="2400" strike="noStrike" u="none">
              <a:solidFill>
                <a:srgbClr val="000000"/>
              </a:solidFill>
              <a:effectLst/>
              <a:uFillTx/>
              <a:latin typeface="Times New Roman"/>
            </a:endParaRPr>
          </a:p>
        </p:txBody>
      </p:sp>
      <p:sp>
        <p:nvSpPr>
          <p:cNvPr id="42" name=""/>
          <p:cNvSpPr/>
          <p:nvPr/>
        </p:nvSpPr>
        <p:spPr>
          <a:xfrm>
            <a:off x="5181480" y="3505320"/>
            <a:ext cx="13716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efde3"/>
                </a:solidFill>
                <a:effectLst/>
                <a:uFillTx/>
                <a:latin typeface="Times New Roman"/>
                <a:ea typeface="Times New Roman"/>
              </a:rPr>
              <a:t>Guidance</a:t>
            </a:r>
            <a:endParaRPr b="0" lang="en-IN" sz="2400" strike="noStrike" u="none">
              <a:solidFill>
                <a:srgbClr val="000000"/>
              </a:solidFill>
              <a:effectLst/>
              <a:uFillTx/>
              <a:latin typeface="Times New Roman"/>
            </a:endParaRPr>
          </a:p>
        </p:txBody>
      </p:sp>
      <p:sp>
        <p:nvSpPr>
          <p:cNvPr id="43" name=""/>
          <p:cNvSpPr/>
          <p:nvPr/>
        </p:nvSpPr>
        <p:spPr>
          <a:xfrm>
            <a:off x="4952880" y="2819520"/>
            <a:ext cx="9907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efde3"/>
                </a:solidFill>
                <a:effectLst/>
                <a:uFillTx/>
                <a:latin typeface="Times New Roman"/>
                <a:ea typeface="Times New Roman"/>
              </a:rPr>
              <a:t>FRC</a:t>
            </a:r>
            <a:endParaRPr b="0" lang="en-IN" sz="2400" strike="noStrike" u="none">
              <a:solidFill>
                <a:srgbClr val="000000"/>
              </a:solidFill>
              <a:effectLst/>
              <a:uFillTx/>
              <a:latin typeface="Times New Roman"/>
            </a:endParaRPr>
          </a:p>
        </p:txBody>
      </p:sp>
      <p:sp>
        <p:nvSpPr>
          <p:cNvPr id="44" name=""/>
          <p:cNvSpPr/>
          <p:nvPr/>
        </p:nvSpPr>
        <p:spPr>
          <a:xfrm>
            <a:off x="3505320" y="380880"/>
            <a:ext cx="2361960" cy="1828800"/>
          </a:xfrm>
          <a:prstGeom prst="triangle">
            <a:avLst>
              <a:gd name="adj" fmla="val 50000"/>
            </a:avLst>
          </a:prstGeom>
          <a:solidFill>
            <a:srgbClr val="ff0000"/>
          </a:solid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45" name=""/>
          <p:cNvSpPr/>
          <p:nvPr/>
        </p:nvSpPr>
        <p:spPr>
          <a:xfrm>
            <a:off x="2590920" y="3048120"/>
            <a:ext cx="4114800" cy="581760"/>
          </a:xfrm>
          <a:prstGeom prst="rect">
            <a:avLst/>
          </a:prstGeom>
          <a:noFill/>
          <a:ln w="0">
            <a:noFill/>
          </a:ln>
        </p:spPr>
        <p:style>
          <a:lnRef idx="0"/>
          <a:fillRef idx="0"/>
          <a:effectRef idx="0"/>
          <a:fontRef idx="minor"/>
        </p:style>
        <p:txBody>
          <a:bodyPr lIns="90000" rIns="90000" tIns="46800" bIns="46800" anchor="t">
            <a:spAutoFit/>
          </a:bodyPr>
          <a:p>
            <a:pPr algn="ct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ea typeface="Times New Roman"/>
              </a:rPr>
              <a:t>Targeted Strategies</a:t>
            </a:r>
            <a:endParaRPr b="0" lang="en-IN" sz="3200" strike="noStrike" u="none">
              <a:solidFill>
                <a:srgbClr val="000000"/>
              </a:solidFill>
              <a:effectLst/>
              <a:uFillTx/>
              <a:latin typeface="Times New Roman"/>
            </a:endParaRPr>
          </a:p>
        </p:txBody>
      </p:sp>
      <p:sp>
        <p:nvSpPr>
          <p:cNvPr id="46" name=""/>
          <p:cNvSpPr/>
          <p:nvPr/>
        </p:nvSpPr>
        <p:spPr>
          <a:xfrm>
            <a:off x="3733920" y="1219320"/>
            <a:ext cx="1981080" cy="82548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Intensive Strategies</a:t>
            </a:r>
            <a:endParaRPr b="0" lang="en-IN" sz="2400" strike="noStrike" u="none">
              <a:solidFill>
                <a:srgbClr val="000000"/>
              </a:solidFill>
              <a:effectLst/>
              <a:uFillTx/>
              <a:latin typeface="Times New Roman"/>
            </a:endParaRPr>
          </a:p>
        </p:txBody>
      </p:sp>
      <p:sp>
        <p:nvSpPr>
          <p:cNvPr id="47" name=""/>
          <p:cNvSpPr/>
          <p:nvPr/>
        </p:nvSpPr>
        <p:spPr>
          <a:xfrm>
            <a:off x="3276720" y="609480"/>
            <a:ext cx="15238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ea typeface="Times New Roman"/>
              </a:rPr>
              <a:t>FBA</a:t>
            </a:r>
            <a:endParaRPr b="0" lang="en-IN" sz="2400" strike="noStrike" u="none">
              <a:solidFill>
                <a:srgbClr val="000000"/>
              </a:solidFill>
              <a:effectLst/>
              <a:uFillTx/>
              <a:latin typeface="Times New Roman"/>
            </a:endParaRPr>
          </a:p>
        </p:txBody>
      </p:sp>
      <p:sp>
        <p:nvSpPr>
          <p:cNvPr id="48" name=""/>
          <p:cNvSpPr/>
          <p:nvPr/>
        </p:nvSpPr>
        <p:spPr>
          <a:xfrm>
            <a:off x="5257800" y="533520"/>
            <a:ext cx="137160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ea typeface="Times New Roman"/>
              </a:rPr>
              <a:t>Agency Support</a:t>
            </a:r>
            <a:endParaRPr b="0" lang="en-IN" sz="2400" strike="noStrike" u="none">
              <a:solidFill>
                <a:srgbClr val="000000"/>
              </a:solidFill>
              <a:effectLst/>
              <a:uFillTx/>
              <a:latin typeface="Times New Roman"/>
            </a:endParaRPr>
          </a:p>
        </p:txBody>
      </p:sp>
      <p:sp>
        <p:nvSpPr>
          <p:cNvPr id="49" name=""/>
          <p:cNvSpPr/>
          <p:nvPr/>
        </p:nvSpPr>
        <p:spPr>
          <a:xfrm>
            <a:off x="2666880" y="1143000"/>
            <a:ext cx="137160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ea typeface="Times New Roman"/>
              </a:rPr>
              <a:t>Judicial System</a:t>
            </a:r>
            <a:endParaRPr b="0" lang="en-IN" sz="2400" strike="noStrike" u="none">
              <a:solidFill>
                <a:srgbClr val="000000"/>
              </a:solidFill>
              <a:effectLst/>
              <a:uFillTx/>
              <a:latin typeface="Times New Roman"/>
            </a:endParaRPr>
          </a:p>
        </p:txBody>
      </p:sp>
      <p:sp>
        <p:nvSpPr>
          <p:cNvPr id="50" name=""/>
          <p:cNvSpPr/>
          <p:nvPr/>
        </p:nvSpPr>
        <p:spPr>
          <a:xfrm>
            <a:off x="5867280" y="1523880"/>
            <a:ext cx="160020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ea typeface="Times New Roman"/>
              </a:rPr>
              <a:t>Mental Health</a:t>
            </a:r>
            <a:endParaRPr b="0" lang="en-IN" sz="2400" strike="noStrike" u="none">
              <a:solidFill>
                <a:srgbClr val="000000"/>
              </a:solidFill>
              <a:effectLst/>
              <a:uFillTx/>
              <a:latin typeface="Times New Roman"/>
            </a:endParaRPr>
          </a:p>
        </p:txBody>
      </p:sp>
      <p:sp>
        <p:nvSpPr>
          <p:cNvPr id="51" name=""/>
          <p:cNvSpPr/>
          <p:nvPr/>
        </p:nvSpPr>
        <p:spPr>
          <a:xfrm>
            <a:off x="2362320" y="4038480"/>
            <a:ext cx="4647960" cy="581760"/>
          </a:xfrm>
          <a:prstGeom prst="rect">
            <a:avLst/>
          </a:prstGeom>
          <a:noFill/>
          <a:ln w="0">
            <a:noFill/>
          </a:ln>
        </p:spPr>
        <p:style>
          <a:lnRef idx="0"/>
          <a:fillRef idx="0"/>
          <a:effectRef idx="0"/>
          <a:fontRef idx="minor"/>
        </p:style>
        <p:txBody>
          <a:bodyPr lIns="90000" rIns="90000" tIns="46800" bIns="46800" anchor="t">
            <a:spAutoFit/>
          </a:bodyPr>
          <a:p>
            <a:pPr algn="ct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ea typeface="Times New Roman"/>
              </a:rPr>
              <a:t>70 %– 75 %</a:t>
            </a:r>
            <a:endParaRPr b="0" lang="en-IN" sz="3200" strike="noStrike" u="none">
              <a:solidFill>
                <a:srgbClr val="000000"/>
              </a:solidFill>
              <a:effectLst/>
              <a:uFillTx/>
              <a:latin typeface="Times New Roman"/>
            </a:endParaRPr>
          </a:p>
        </p:txBody>
      </p:sp>
      <p:sp>
        <p:nvSpPr>
          <p:cNvPr id="52" name=""/>
          <p:cNvSpPr/>
          <p:nvPr/>
        </p:nvSpPr>
        <p:spPr>
          <a:xfrm>
            <a:off x="3505320" y="2209680"/>
            <a:ext cx="228600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ea typeface="Times New Roman"/>
              </a:rPr>
              <a:t>15% - 20%</a:t>
            </a:r>
            <a:endParaRPr b="0" lang="en-IN" sz="2400" strike="noStrike" u="none">
              <a:solidFill>
                <a:srgbClr val="000000"/>
              </a:solidFill>
              <a:effectLst/>
              <a:uFillTx/>
              <a:latin typeface="Times New Roman"/>
            </a:endParaRPr>
          </a:p>
        </p:txBody>
      </p:sp>
      <p:sp>
        <p:nvSpPr>
          <p:cNvPr id="53" name=""/>
          <p:cNvSpPr/>
          <p:nvPr/>
        </p:nvSpPr>
        <p:spPr>
          <a:xfrm>
            <a:off x="3733920" y="0"/>
            <a:ext cx="1904760" cy="520920"/>
          </a:xfrm>
          <a:prstGeom prst="rect">
            <a:avLst/>
          </a:prstGeom>
          <a:noFill/>
          <a:ln w="0">
            <a:noFill/>
          </a:ln>
        </p:spPr>
        <p:style>
          <a:lnRef idx="0"/>
          <a:fillRef idx="0"/>
          <a:effectRef idx="0"/>
          <a:fontRef idx="minor"/>
        </p:style>
        <p:txBody>
          <a:bodyPr lIns="90000" rIns="90000" tIns="46800" bIns="4680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ea typeface="Times New Roman"/>
              </a:rPr>
              <a:t>5% - 7%</a:t>
            </a:r>
            <a:endParaRPr b="0" lang="en-IN" sz="2800" strike="noStrike" u="none">
              <a:solidFill>
                <a:srgbClr val="000000"/>
              </a:solidFill>
              <a:effectLst/>
              <a:uFillTx/>
              <a:latin typeface="Times New Roman"/>
            </a:endParaRPr>
          </a:p>
        </p:txBody>
      </p:sp>
      <p:pic>
        <p:nvPicPr>
          <p:cNvPr id="54" name="" descr=""/>
          <p:cNvPicPr/>
          <p:nvPr/>
        </p:nvPicPr>
        <p:blipFill>
          <a:blip r:embed="rId1"/>
          <a:stretch/>
        </p:blipFill>
        <p:spPr>
          <a:xfrm>
            <a:off x="6702480" y="304920"/>
            <a:ext cx="2441520" cy="2209680"/>
          </a:xfrm>
          <a:prstGeom prst="rect">
            <a:avLst/>
          </a:prstGeom>
          <a:noFill/>
          <a:ln w="0">
            <a:noFill/>
          </a:ln>
        </p:spPr>
      </p:pic>
      <p:pic>
        <p:nvPicPr>
          <p:cNvPr id="55" name="" descr=""/>
          <p:cNvPicPr/>
          <p:nvPr/>
        </p:nvPicPr>
        <p:blipFill>
          <a:blip r:embed="rId2"/>
          <a:stretch/>
        </p:blipFill>
        <p:spPr>
          <a:xfrm>
            <a:off x="914400" y="228600"/>
            <a:ext cx="2286000" cy="2208240"/>
          </a:xfrm>
          <a:prstGeom prst="rect">
            <a:avLst/>
          </a:prstGeom>
          <a:noFill/>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 presetSubtype="8">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0-#ppt_w/2"/>
                                          </p:val>
                                        </p:tav>
                                        <p:tav tm="100000">
                                          <p:val>
                                            <p:strVal val="#ppt_x"/>
                                          </p:val>
                                        </p:tav>
                                      </p:tavLst>
                                    </p:anim>
                                    <p:anim calcmode="lin" valueType="num">
                                      <p:cBhvr additive="base">
                                        <p:cTn id="8"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nodeType="clickEffect" fill="hold" presetClass="entr" presetID="2" presetSubtype="4">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additive="base">
                                        <p:cTn id="13" dur="500" fill="hold"/>
                                        <p:tgtEl>
                                          <p:spTgt spid="35"/>
                                        </p:tgtEl>
                                        <p:attrNameLst>
                                          <p:attrName>ppt_x</p:attrName>
                                        </p:attrNameLst>
                                      </p:cBhvr>
                                      <p:tavLst>
                                        <p:tav tm="0">
                                          <p:val>
                                            <p:strVal val="#ppt_x"/>
                                          </p:val>
                                        </p:tav>
                                        <p:tav tm="100000">
                                          <p:val>
                                            <p:strVal val="#ppt_x"/>
                                          </p:val>
                                        </p:tav>
                                      </p:tavLst>
                                    </p:anim>
                                    <p:anim calcmode="lin" valueType="num">
                                      <p:cBhvr additive="base">
                                        <p:cTn id="14"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499"/>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499"/>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499"/>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9">
                                  <p:stCondLst>
                                    <p:cond delay="0"/>
                                  </p:stCondLst>
                                  <p:childTnLst>
                                    <p:set>
                                      <p:cBhvr>
                                        <p:cTn id="30" dur="1" fill="hold">
                                          <p:stCondLst>
                                            <p:cond delay="0"/>
                                          </p:stCondLst>
                                        </p:cTn>
                                        <p:tgtEl>
                                          <p:spTgt spid="51"/>
                                        </p:tgtEl>
                                        <p:attrNameLst>
                                          <p:attrName>style.visibility</p:attrName>
                                        </p:attrNameLst>
                                      </p:cBhvr>
                                      <p:to>
                                        <p:strVal val="visible"/>
                                      </p:to>
                                    </p:set>
                                    <p:animEffect filter="dissolve" transition="in">
                                      <p:cBhvr additive="repl">
                                        <p:cTn id="31" dur="500"/>
                                        <p:tgtEl>
                                          <p:spTgt spid="51"/>
                                        </p:tgtEl>
                                      </p:cBhvr>
                                    </p:animEffect>
                                  </p:childTnLst>
                                </p:cTn>
                              </p:par>
                            </p:childTnLst>
                          </p:cTn>
                        </p:par>
                      </p:childTnLst>
                    </p:cTn>
                  </p:par>
                  <p:par>
                    <p:cTn id="32" fill="hold">
                      <p:stCondLst>
                        <p:cond delay="indefinite"/>
                      </p:stCondLst>
                      <p:childTnLst>
                        <p:par>
                          <p:cTn id="33" fill="hold">
                            <p:stCondLst>
                              <p:cond delay="0"/>
                            </p:stCondLst>
                            <p:childTnLst>
                              <p:par>
                                <p:cTn id="34" nodeType="clickEffect" fill="hold" presetClass="entr" presetID="1">
                                  <p:stCondLst>
                                    <p:cond delay="0"/>
                                  </p:stCondLst>
                                  <p:childTnLst>
                                    <p:set>
                                      <p:cBhvr>
                                        <p:cTn id="35" dur="1" fill="hold">
                                          <p:stCondLst>
                                            <p:cond delay="499"/>
                                          </p:stCondLst>
                                        </p:cTn>
                                        <p:tgtEl>
                                          <p:spTgt spid="3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nodeType="clickEffect" fill="hold" presetClass="entr" presetID="2" presetSubtype="4">
                                  <p:stCondLst>
                                    <p:cond delay="0"/>
                                  </p:stCondLst>
                                  <p:childTnLst>
                                    <p:set>
                                      <p:cBhvr>
                                        <p:cTn id="39" dur="1" fill="hold">
                                          <p:stCondLst>
                                            <p:cond delay="0"/>
                                          </p:stCondLst>
                                        </p:cTn>
                                        <p:tgtEl>
                                          <p:spTgt spid="45"/>
                                        </p:tgtEl>
                                        <p:attrNameLst>
                                          <p:attrName>style.visibility</p:attrName>
                                        </p:attrNameLst>
                                      </p:cBhvr>
                                      <p:to>
                                        <p:strVal val="visible"/>
                                      </p:to>
                                    </p:set>
                                    <p:anim calcmode="lin" valueType="num">
                                      <p:cBhvr additive="base">
                                        <p:cTn id="40" dur="500" fill="hold"/>
                                        <p:tgtEl>
                                          <p:spTgt spid="45"/>
                                        </p:tgtEl>
                                        <p:attrNameLst>
                                          <p:attrName>ppt_x</p:attrName>
                                        </p:attrNameLst>
                                      </p:cBhvr>
                                      <p:tavLst>
                                        <p:tav tm="0">
                                          <p:val>
                                            <p:strVal val="#ppt_x"/>
                                          </p:val>
                                        </p:tav>
                                        <p:tav tm="100000">
                                          <p:val>
                                            <p:strVal val="#ppt_x"/>
                                          </p:val>
                                        </p:tav>
                                      </p:tavLst>
                                    </p:anim>
                                    <p:anim calcmode="lin" valueType="num">
                                      <p:cBhvr additive="base">
                                        <p:cTn id="41"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nodeType="clickEffect" fill="hold" presetClass="entr" presetID="1">
                                  <p:stCondLst>
                                    <p:cond delay="0"/>
                                  </p:stCondLst>
                                  <p:childTnLst>
                                    <p:set>
                                      <p:cBhvr>
                                        <p:cTn id="45" dur="1" fill="hold">
                                          <p:stCondLst>
                                            <p:cond delay="499"/>
                                          </p:stCondLst>
                                        </p:cTn>
                                        <p:tgtEl>
                                          <p:spTgt spid="4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nodeType="clickEffect" fill="hold" presetClass="entr" presetID="1">
                                  <p:stCondLst>
                                    <p:cond delay="0"/>
                                  </p:stCondLst>
                                  <p:childTnLst>
                                    <p:set>
                                      <p:cBhvr>
                                        <p:cTn id="49" dur="1" fill="hold">
                                          <p:stCondLst>
                                            <p:cond delay="499"/>
                                          </p:stCondLst>
                                        </p:cTn>
                                        <p:tgtEl>
                                          <p:spTgt spid="4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nodeType="clickEffect" fill="hold" presetClass="entr" presetID="1">
                                  <p:stCondLst>
                                    <p:cond delay="0"/>
                                  </p:stCondLst>
                                  <p:childTnLst>
                                    <p:set>
                                      <p:cBhvr>
                                        <p:cTn id="53" dur="1" fill="hold">
                                          <p:stCondLst>
                                            <p:cond delay="499"/>
                                          </p:stCondLst>
                                        </p:cTn>
                                        <p:tgtEl>
                                          <p:spTgt spid="4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nodeType="clickEffect" fill="hold" presetClass="entr" presetID="1">
                                  <p:stCondLst>
                                    <p:cond delay="0"/>
                                  </p:stCondLst>
                                  <p:childTnLst>
                                    <p:set>
                                      <p:cBhvr>
                                        <p:cTn id="57" dur="1" fill="hold">
                                          <p:stCondLst>
                                            <p:cond delay="499"/>
                                          </p:stCondLst>
                                        </p:cTn>
                                        <p:tgtEl>
                                          <p:spTgt spid="4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nodeType="clickEffect" fill="hold" presetClass="entr" presetID="9">
                                  <p:stCondLst>
                                    <p:cond delay="0"/>
                                  </p:stCondLst>
                                  <p:childTnLst>
                                    <p:set>
                                      <p:cBhvr>
                                        <p:cTn id="61" dur="1" fill="hold">
                                          <p:stCondLst>
                                            <p:cond delay="0"/>
                                          </p:stCondLst>
                                        </p:cTn>
                                        <p:tgtEl>
                                          <p:spTgt spid="52"/>
                                        </p:tgtEl>
                                        <p:attrNameLst>
                                          <p:attrName>style.visibility</p:attrName>
                                        </p:attrNameLst>
                                      </p:cBhvr>
                                      <p:to>
                                        <p:strVal val="visible"/>
                                      </p:to>
                                    </p:set>
                                    <p:animEffect filter="dissolve" transition="in">
                                      <p:cBhvr additive="repl">
                                        <p:cTn id="62" dur="500"/>
                                        <p:tgtEl>
                                          <p:spTgt spid="52"/>
                                        </p:tgtEl>
                                      </p:cBhvr>
                                    </p:animEffect>
                                  </p:childTnLst>
                                </p:cTn>
                              </p:par>
                            </p:childTnLst>
                          </p:cTn>
                        </p:par>
                      </p:childTnLst>
                    </p:cTn>
                  </p:par>
                  <p:par>
                    <p:cTn id="63" fill="hold">
                      <p:stCondLst>
                        <p:cond delay="indefinite"/>
                      </p:stCondLst>
                      <p:childTnLst>
                        <p:par>
                          <p:cTn id="64" fill="hold">
                            <p:stCondLst>
                              <p:cond delay="0"/>
                            </p:stCondLst>
                            <p:childTnLst>
                              <p:par>
                                <p:cTn id="65" nodeType="clickEffect" fill="hold" presetClass="entr" presetID="1">
                                  <p:stCondLst>
                                    <p:cond delay="0"/>
                                  </p:stCondLst>
                                  <p:childTnLst>
                                    <p:set>
                                      <p:cBhvr>
                                        <p:cTn id="66" dur="1" fill="hold">
                                          <p:stCondLst>
                                            <p:cond delay="499"/>
                                          </p:stCondLst>
                                        </p:cTn>
                                        <p:tgtEl>
                                          <p:spTgt spid="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2" presetSubtype="4">
                                  <p:stCondLst>
                                    <p:cond delay="0"/>
                                  </p:stCondLst>
                                  <p:childTnLst>
                                    <p:set>
                                      <p:cBhvr>
                                        <p:cTn id="70" dur="1" fill="hold">
                                          <p:stCondLst>
                                            <p:cond delay="0"/>
                                          </p:stCondLst>
                                        </p:cTn>
                                        <p:tgtEl>
                                          <p:spTgt spid="46"/>
                                        </p:tgtEl>
                                        <p:attrNameLst>
                                          <p:attrName>style.visibility</p:attrName>
                                        </p:attrNameLst>
                                      </p:cBhvr>
                                      <p:to>
                                        <p:strVal val="visible"/>
                                      </p:to>
                                    </p:set>
                                    <p:anim calcmode="lin" valueType="num">
                                      <p:cBhvr additive="base">
                                        <p:cTn id="71" dur="500" fill="hold"/>
                                        <p:tgtEl>
                                          <p:spTgt spid="46"/>
                                        </p:tgtEl>
                                        <p:attrNameLst>
                                          <p:attrName>ppt_x</p:attrName>
                                        </p:attrNameLst>
                                      </p:cBhvr>
                                      <p:tavLst>
                                        <p:tav tm="0">
                                          <p:val>
                                            <p:strVal val="#ppt_x"/>
                                          </p:val>
                                        </p:tav>
                                        <p:tav tm="100000">
                                          <p:val>
                                            <p:strVal val="#ppt_x"/>
                                          </p:val>
                                        </p:tav>
                                      </p:tavLst>
                                    </p:anim>
                                    <p:anim calcmode="lin" valueType="num">
                                      <p:cBhvr additive="base">
                                        <p:cTn id="72"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nodeType="clickEffect" fill="hold" presetClass="entr" presetID="1">
                                  <p:stCondLst>
                                    <p:cond delay="0"/>
                                  </p:stCondLst>
                                  <p:childTnLst>
                                    <p:set>
                                      <p:cBhvr>
                                        <p:cTn id="76" dur="1" fill="hold">
                                          <p:stCondLst>
                                            <p:cond delay="499"/>
                                          </p:stCondLst>
                                        </p:cTn>
                                        <p:tgtEl>
                                          <p:spTgt spid="4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nodeType="clickEffect" fill="hold" presetClass="entr" presetID="1">
                                  <p:stCondLst>
                                    <p:cond delay="0"/>
                                  </p:stCondLst>
                                  <p:childTnLst>
                                    <p:set>
                                      <p:cBhvr>
                                        <p:cTn id="80" dur="1" fill="hold">
                                          <p:stCondLst>
                                            <p:cond delay="499"/>
                                          </p:stCondLst>
                                        </p:cTn>
                                        <p:tgtEl>
                                          <p:spTgt spid="4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nodeType="clickEffect" fill="hold" presetClass="entr" presetID="1">
                                  <p:stCondLst>
                                    <p:cond delay="0"/>
                                  </p:stCondLst>
                                  <p:childTnLst>
                                    <p:set>
                                      <p:cBhvr>
                                        <p:cTn id="84" dur="1" fill="hold">
                                          <p:stCondLst>
                                            <p:cond delay="499"/>
                                          </p:stCondLst>
                                        </p:cTn>
                                        <p:tgtEl>
                                          <p:spTgt spid="4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nodeType="clickEffect" fill="hold" presetClass="entr" presetID="1">
                                  <p:stCondLst>
                                    <p:cond delay="0"/>
                                  </p:stCondLst>
                                  <p:childTnLst>
                                    <p:set>
                                      <p:cBhvr>
                                        <p:cTn id="88" dur="1" fill="hold">
                                          <p:stCondLst>
                                            <p:cond delay="499"/>
                                          </p:stCondLst>
                                        </p:cTn>
                                        <p:tgtEl>
                                          <p:spTgt spid="5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nodeType="clickEffect" fill="hold" presetClass="entr" presetID="9">
                                  <p:stCondLst>
                                    <p:cond delay="0"/>
                                  </p:stCondLst>
                                  <p:childTnLst>
                                    <p:set>
                                      <p:cBhvr>
                                        <p:cTn id="92" dur="1" fill="hold">
                                          <p:stCondLst>
                                            <p:cond delay="0"/>
                                          </p:stCondLst>
                                        </p:cTn>
                                        <p:tgtEl>
                                          <p:spTgt spid="53"/>
                                        </p:tgtEl>
                                        <p:attrNameLst>
                                          <p:attrName>style.visibility</p:attrName>
                                        </p:attrNameLst>
                                      </p:cBhvr>
                                      <p:to>
                                        <p:strVal val="visible"/>
                                      </p:to>
                                    </p:set>
                                    <p:animEffect filter="dissolve" transition="in">
                                      <p:cBhvr additive="repl">
                                        <p:cTn id="93" dur="500"/>
                                        <p:tgtEl>
                                          <p:spTgt spid="53"/>
                                        </p:tgtEl>
                                      </p:cBhvr>
                                    </p:animEffect>
                                  </p:childTnLst>
                                </p:cTn>
                              </p:par>
                            </p:childTnLst>
                          </p:cTn>
                        </p:par>
                      </p:childTnLst>
                    </p:cTn>
                  </p:par>
                  <p:par>
                    <p:cTn id="94" fill="hold">
                      <p:stCondLst>
                        <p:cond delay="indefinite"/>
                      </p:stCondLst>
                      <p:childTnLst>
                        <p:par>
                          <p:cTn id="95" fill="hold">
                            <p:stCondLst>
                              <p:cond delay="0"/>
                            </p:stCondLst>
                            <p:childTnLst>
                              <p:par>
                                <p:cTn id="96" nodeType="clickEffect" fill="hold" presetClass="entr" presetID="1">
                                  <p:stCondLst>
                                    <p:cond delay="0"/>
                                  </p:stCondLst>
                                  <p:childTnLst>
                                    <p:set>
                                      <p:cBhvr>
                                        <p:cTn id="97" dur="1" fill="hold">
                                          <p:stCondLst>
                                            <p:cond delay="499"/>
                                          </p:stCondLst>
                                        </p:cTn>
                                        <p:tgtEl>
                                          <p:spTgt spid="55"/>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nodeType="clickEffect" fill="hold" presetClass="entr" presetID="1">
                                  <p:stCondLst>
                                    <p:cond delay="0"/>
                                  </p:stCondLst>
                                  <p:childTnLst>
                                    <p:set>
                                      <p:cBhvr>
                                        <p:cTn id="101" dur="1" fill="hold">
                                          <p:stCondLst>
                                            <p:cond delay="499"/>
                                          </p:stCondLst>
                                        </p:cTn>
                                        <p:tgtEl>
                                          <p:spTgt spid="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1066320" y="380880"/>
            <a:ext cx="7620120" cy="152424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Jester"/>
              </a:rPr>
              <a:t>What happens when we do not have a plan for misbehavior?</a:t>
            </a:r>
            <a:endParaRPr b="0" lang="en-IN" sz="4400" strike="noStrike" u="none">
              <a:solidFill>
                <a:srgbClr val="221304"/>
              </a:solidFill>
              <a:effectLst/>
              <a:uFillTx/>
              <a:latin typeface="Times New Roman"/>
            </a:endParaRPr>
          </a:p>
        </p:txBody>
      </p:sp>
      <p:pic>
        <p:nvPicPr>
          <p:cNvPr id="57" name="" descr="Click To Download"/>
          <p:cNvPicPr/>
          <p:nvPr/>
        </p:nvPicPr>
        <p:blipFill>
          <a:blip r:embed="rId1"/>
          <a:stretch/>
        </p:blipFill>
        <p:spPr>
          <a:xfrm>
            <a:off x="2133720" y="2133720"/>
            <a:ext cx="5410080" cy="4008240"/>
          </a:xfrm>
          <a:prstGeom prst="rect">
            <a:avLst/>
          </a:prstGeom>
          <a:noFill/>
          <a:ln w="0">
            <a:noFill/>
          </a:ln>
        </p:spPr>
      </p:pic>
    </p:spTree>
  </p:cSld>
  <mc:AlternateContent>
    <mc:Choice Requires="p14">
      <p:transition spd="slow" p14:dur="2000"/>
    </mc:Choice>
    <mc:Fallback>
      <p:transition spd="slow"/>
    </mc:Fallback>
  </mc:AlternateContent>
  <p:timing>
    <p:tnLst>
      <p:par>
        <p:cTn id="102" dur="indefinite" restart="never" nodeType="tmRoot">
          <p:childTnLst>
            <p:seq>
              <p:cTn id="103" dur="indefinite" nodeType="mainSeq">
                <p:childTnLst>
                  <p:par>
                    <p:cTn id="104" fill="hold">
                      <p:stCondLst>
                        <p:cond delay="indefinite"/>
                      </p:stCondLst>
                      <p:childTnLst>
                        <p:par>
                          <p:cTn id="105" fill="hold">
                            <p:stCondLst>
                              <p:cond delay="0"/>
                            </p:stCondLst>
                            <p:childTnLst>
                              <p:par>
                                <p:cTn id="106" nodeType="clickEffect" fill="hold" presetClass="entr" presetID="1">
                                  <p:stCondLst>
                                    <p:cond delay="0"/>
                                  </p:stCondLst>
                                  <p:childTnLst>
                                    <p:set>
                                      <p:cBhvr>
                                        <p:cTn id="107" dur="1" fill="hold">
                                          <p:stCondLst>
                                            <p:cond delay="499"/>
                                          </p:stCondLst>
                                        </p:cTn>
                                        <p:tgtEl>
                                          <p:spTgt spid="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58" name=""/>
          <p:cNvSpPr/>
          <p:nvPr/>
        </p:nvSpPr>
        <p:spPr>
          <a:xfrm>
            <a:off x="1676520" y="1066680"/>
            <a:ext cx="74674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Airplane cartoon</a:t>
            </a:r>
            <a:endParaRPr b="0" lang="en-IN" sz="2400" strike="noStrike" u="none">
              <a:solidFill>
                <a:srgbClr val="000000"/>
              </a:solidFill>
              <a:effectLst/>
              <a:uFillTx/>
              <a:latin typeface="Times New Roman"/>
            </a:endParaRPr>
          </a:p>
        </p:txBody>
      </p:sp>
      <p:pic>
        <p:nvPicPr>
          <p:cNvPr id="59" name="" descr=""/>
          <p:cNvPicPr/>
          <p:nvPr/>
        </p:nvPicPr>
        <p:blipFill>
          <a:blip r:embed="rId1"/>
          <a:stretch/>
        </p:blipFill>
        <p:spPr>
          <a:xfrm>
            <a:off x="1252440" y="380880"/>
            <a:ext cx="6639120" cy="60962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221304"/>
                </a:solidFill>
                <a:effectLst/>
                <a:uFillTx/>
                <a:latin typeface="Jester"/>
              </a:rPr>
              <a:t>OUTCOMES</a:t>
            </a:r>
            <a:br>
              <a:rPr sz="4000"/>
            </a:br>
            <a:endParaRPr b="0" lang="en-IN" sz="4000" strike="noStrike" u="none">
              <a:solidFill>
                <a:srgbClr val="221304"/>
              </a:solidFill>
              <a:effectLst/>
              <a:uFillTx/>
              <a:latin typeface="Times New Roman"/>
            </a:endParaRPr>
          </a:p>
        </p:txBody>
      </p:sp>
      <p:sp>
        <p:nvSpPr>
          <p:cNvPr id="61"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fontScale="92500" lnSpcReduction="9999"/>
          </a:bodyPr>
          <a:p>
            <a:pPr marL="343080" indent="-343080">
              <a:lnSpc>
                <a:spcPct val="90000"/>
              </a:lnSpc>
              <a:spcBef>
                <a:spcPts val="799"/>
              </a:spcBef>
              <a:buClr>
                <a:srgbClr val="000000"/>
              </a:buClr>
              <a:buFont typeface="Jester"/>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Jester"/>
              </a:rPr>
              <a:t>Be prepared to categorize misbehaviors as mild/early, moderate, or severe stage </a:t>
            </a:r>
            <a:endParaRPr b="0" lang="en-IN" sz="3200" strike="noStrike" u="none">
              <a:solidFill>
                <a:srgbClr val="000000"/>
              </a:solidFill>
              <a:effectLst/>
              <a:uFillTx/>
              <a:latin typeface="Times New Roman"/>
            </a:endParaRPr>
          </a:p>
          <a:p>
            <a:pPr marL="343080" indent="-343080">
              <a:lnSpc>
                <a:spcPct val="90000"/>
              </a:lnSpc>
              <a:spcBef>
                <a:spcPts val="799"/>
              </a:spcBef>
              <a:buClr>
                <a:srgbClr val="000000"/>
              </a:buClr>
              <a:buFont typeface="Jester"/>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Jester"/>
              </a:rPr>
              <a:t>Begin to analyze if the misbehavior is due to: awareness, ability, attention-seeking, or purposeful/habitual issues</a:t>
            </a:r>
            <a:endParaRPr b="0" lang="en-IN" sz="3200" strike="noStrike" u="none">
              <a:solidFill>
                <a:srgbClr val="000000"/>
              </a:solidFill>
              <a:effectLst/>
              <a:uFillTx/>
              <a:latin typeface="Times New Roman"/>
            </a:endParaRPr>
          </a:p>
          <a:p>
            <a:pPr marL="343080" indent="-343080">
              <a:lnSpc>
                <a:spcPct val="90000"/>
              </a:lnSpc>
              <a:spcBef>
                <a:spcPts val="799"/>
              </a:spcBef>
              <a:buClr>
                <a:srgbClr val="000000"/>
              </a:buClr>
              <a:buFont typeface="Jester"/>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Jester"/>
              </a:rPr>
              <a:t> Be prepared to name a basic correction strategy (approach) for each category.</a:t>
            </a:r>
            <a:endParaRPr b="0" lang="en-IN" sz="32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108" dur="indefinite" restart="never" nodeType="tmRoot">
          <p:childTnLst>
            <p:seq>
              <p:cTn id="109" dur="indefinite" nodeType="mainSeq">
                <p:childTnLst>
                  <p:par>
                    <p:cTn id="110" fill="hold">
                      <p:stCondLst>
                        <p:cond delay="indefinite"/>
                      </p:stCondLst>
                      <p:childTnLst>
                        <p:par>
                          <p:cTn id="111" fill="hold">
                            <p:stCondLst>
                              <p:cond delay="0"/>
                            </p:stCondLst>
                            <p:childTnLst>
                              <p:par>
                                <p:cTn id="112" nodeType="clickEffect" fill="hold" presetClass="entr" presetID="1">
                                  <p:stCondLst>
                                    <p:cond delay="0"/>
                                  </p:stCondLst>
                                  <p:childTnLst>
                                    <p:set>
                                      <p:cBhvr>
                                        <p:cTn id="113" dur="1" fill="hold">
                                          <p:stCondLst>
                                            <p:cond delay="499"/>
                                          </p:stCondLst>
                                        </p:cTn>
                                        <p:tgtEl>
                                          <p:spTgt spid="61">
                                            <p:txEl>
                                              <p:pRg st="0" end="0"/>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nodeType="clickEffect" fill="hold" presetClass="entr" presetID="1">
                                  <p:stCondLst>
                                    <p:cond delay="0"/>
                                  </p:stCondLst>
                                  <p:childTnLst>
                                    <p:set>
                                      <p:cBhvr>
                                        <p:cTn id="117" dur="1" fill="hold">
                                          <p:stCondLst>
                                            <p:cond delay="499"/>
                                          </p:stCondLst>
                                        </p:cTn>
                                        <p:tgtEl>
                                          <p:spTgt spid="61">
                                            <p:txEl>
                                              <p:pRg st="1" end="1"/>
                                            </p:txEl>
                                          </p:spTgt>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nodeType="clickEffect" fill="hold" presetClass="entr" presetID="1">
                                  <p:stCondLst>
                                    <p:cond delay="0"/>
                                  </p:stCondLst>
                                  <p:childTnLst>
                                    <p:set>
                                      <p:cBhvr>
                                        <p:cTn id="121" dur="1" fill="hold">
                                          <p:stCondLst>
                                            <p:cond delay="499"/>
                                          </p:stCondLst>
                                        </p:cTn>
                                        <p:tgtEl>
                                          <p:spTgt spid="61">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grpSp>
        <p:nvGrpSpPr>
          <p:cNvPr id="62" name=""/>
          <p:cNvGrpSpPr/>
          <p:nvPr/>
        </p:nvGrpSpPr>
        <p:grpSpPr>
          <a:xfrm>
            <a:off x="1676520" y="228600"/>
            <a:ext cx="6781320" cy="1600200"/>
            <a:chOff x="1676520" y="228600"/>
            <a:chExt cx="6781320" cy="1600200"/>
          </a:xfrm>
        </p:grpSpPr>
        <p:sp>
          <p:nvSpPr>
            <p:cNvPr id="63" name=""/>
            <p:cNvSpPr/>
            <p:nvPr/>
          </p:nvSpPr>
          <p:spPr>
            <a:xfrm>
              <a:off x="1828800" y="228600"/>
              <a:ext cx="2057040" cy="1523880"/>
            </a:xfrm>
            <a:prstGeom prst="ellipse">
              <a:avLst/>
            </a:prstGeom>
            <a:no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64" name=""/>
            <p:cNvSpPr/>
            <p:nvPr/>
          </p:nvSpPr>
          <p:spPr>
            <a:xfrm>
              <a:off x="4038480" y="304560"/>
              <a:ext cx="2057040" cy="1524240"/>
            </a:xfrm>
            <a:prstGeom prst="ellipse">
              <a:avLst/>
            </a:prstGeom>
            <a:no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65" name=""/>
            <p:cNvSpPr/>
            <p:nvPr/>
          </p:nvSpPr>
          <p:spPr>
            <a:xfrm>
              <a:off x="6248160" y="228600"/>
              <a:ext cx="2057040" cy="1523880"/>
            </a:xfrm>
            <a:prstGeom prst="ellipse">
              <a:avLst/>
            </a:prstGeom>
            <a:no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66" name=""/>
            <p:cNvSpPr/>
            <p:nvPr/>
          </p:nvSpPr>
          <p:spPr>
            <a:xfrm>
              <a:off x="1676520" y="533160"/>
              <a:ext cx="2285640" cy="8625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ea typeface="Times New Roman"/>
                </a:rPr>
                <a:t>Mild/Early</a:t>
              </a:r>
              <a:endParaRPr b="0" lang="en-IN" sz="2000" strike="noStrike" u="none">
                <a:solidFill>
                  <a:srgbClr val="000000"/>
                </a:solidFill>
                <a:effectLst/>
                <a:uFillTx/>
                <a:latin typeface="Times New Roman"/>
              </a:endParaRPr>
            </a:p>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ea typeface="Times New Roman"/>
                </a:rPr>
                <a:t>Stage Problems</a:t>
              </a:r>
              <a:endParaRPr b="0" lang="en-IN" sz="2000" strike="noStrike" u="none">
                <a:solidFill>
                  <a:srgbClr val="000000"/>
                </a:solidFill>
                <a:effectLst/>
                <a:uFillTx/>
                <a:latin typeface="Times New Roman"/>
              </a:endParaRPr>
            </a:p>
          </p:txBody>
        </p:sp>
        <p:sp>
          <p:nvSpPr>
            <p:cNvPr id="67" name=""/>
            <p:cNvSpPr/>
            <p:nvPr/>
          </p:nvSpPr>
          <p:spPr>
            <a:xfrm>
              <a:off x="3962160" y="685800"/>
              <a:ext cx="2285640" cy="7038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ea typeface="Times New Roman"/>
                </a:rPr>
                <a:t>Middle Stage Problems</a:t>
              </a:r>
              <a:endParaRPr b="0" lang="en-IN" sz="2000" strike="noStrike" u="none">
                <a:solidFill>
                  <a:srgbClr val="000000"/>
                </a:solidFill>
                <a:effectLst/>
                <a:uFillTx/>
                <a:latin typeface="Times New Roman"/>
              </a:endParaRPr>
            </a:p>
          </p:txBody>
        </p:sp>
        <p:sp>
          <p:nvSpPr>
            <p:cNvPr id="68" name=""/>
            <p:cNvSpPr/>
            <p:nvPr/>
          </p:nvSpPr>
          <p:spPr>
            <a:xfrm>
              <a:off x="6172200" y="609480"/>
              <a:ext cx="2285640" cy="10087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ea typeface="Times New Roman"/>
                </a:rPr>
                <a:t>Habitual/Long Standing Problems</a:t>
              </a:r>
              <a:endParaRPr b="0" lang="en-IN" sz="2000" strike="noStrike" u="none">
                <a:solidFill>
                  <a:srgbClr val="000000"/>
                </a:solidFill>
                <a:effectLst/>
                <a:uFillTx/>
                <a:latin typeface="Times New Roman"/>
              </a:endParaRPr>
            </a:p>
          </p:txBody>
        </p:sp>
      </p:grpSp>
      <p:sp>
        <p:nvSpPr>
          <p:cNvPr id="69" name=""/>
          <p:cNvSpPr/>
          <p:nvPr/>
        </p:nvSpPr>
        <p:spPr>
          <a:xfrm>
            <a:off x="5105520" y="1828800"/>
            <a:ext cx="0" cy="838080"/>
          </a:xfrm>
          <a:prstGeom prst="line">
            <a:avLst/>
          </a:prstGeom>
          <a:ln cap="sq" w="57240">
            <a:solidFill>
              <a:srgbClr val="66ff33"/>
            </a:solidFill>
            <a:miter/>
            <a:tailEnd len="sm" type="triangle" w="sm"/>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70" name=""/>
          <p:cNvSpPr/>
          <p:nvPr/>
        </p:nvSpPr>
        <p:spPr>
          <a:xfrm>
            <a:off x="5105520" y="1828800"/>
            <a:ext cx="0" cy="0"/>
          </a:xfrm>
          <a:prstGeom prst="line">
            <a:avLst/>
          </a:prstGeom>
          <a:ln cap="sq" w="12600">
            <a:solidFill>
              <a:srgbClr val="000000"/>
            </a:solidFill>
            <a:miter/>
            <a:tailEnd len="sm" type="triangle" w="sm"/>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71" name=""/>
          <p:cNvSpPr/>
          <p:nvPr/>
        </p:nvSpPr>
        <p:spPr>
          <a:xfrm flipH="1">
            <a:off x="3581280" y="1828800"/>
            <a:ext cx="1447920" cy="685800"/>
          </a:xfrm>
          <a:prstGeom prst="line">
            <a:avLst/>
          </a:prstGeom>
          <a:ln cap="sq" w="57240">
            <a:solidFill>
              <a:srgbClr val="66ff33"/>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72" name=""/>
          <p:cNvSpPr/>
          <p:nvPr/>
        </p:nvSpPr>
        <p:spPr>
          <a:xfrm>
            <a:off x="5105520" y="1828800"/>
            <a:ext cx="1600200" cy="685800"/>
          </a:xfrm>
          <a:prstGeom prst="line">
            <a:avLst/>
          </a:prstGeom>
          <a:ln cap="sq" w="57240">
            <a:solidFill>
              <a:srgbClr val="66ff33"/>
            </a:solidFill>
            <a:miter/>
            <a:tailEnd len="sm" type="triangle" w="sm"/>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grpSp>
        <p:nvGrpSpPr>
          <p:cNvPr id="73" name=""/>
          <p:cNvGrpSpPr/>
          <p:nvPr/>
        </p:nvGrpSpPr>
        <p:grpSpPr>
          <a:xfrm>
            <a:off x="1600200" y="2666880"/>
            <a:ext cx="1981080" cy="901800"/>
            <a:chOff x="1600200" y="2666880"/>
            <a:chExt cx="1981080" cy="901800"/>
          </a:xfrm>
        </p:grpSpPr>
        <p:sp>
          <p:nvSpPr>
            <p:cNvPr id="74" name=""/>
            <p:cNvSpPr/>
            <p:nvPr/>
          </p:nvSpPr>
          <p:spPr>
            <a:xfrm>
              <a:off x="1676520" y="2666880"/>
              <a:ext cx="1904760" cy="838440"/>
            </a:xfrm>
            <a:prstGeom prst="rect">
              <a:avLst/>
            </a:prstGeom>
            <a:no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75" name=""/>
            <p:cNvSpPr/>
            <p:nvPr/>
          </p:nvSpPr>
          <p:spPr>
            <a:xfrm>
              <a:off x="1600200" y="2743200"/>
              <a:ext cx="1981080" cy="825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ea typeface="Times New Roman"/>
                </a:rPr>
                <a:t>Awareness/ or ability</a:t>
              </a:r>
              <a:endParaRPr b="0" lang="en-IN" sz="2400" strike="noStrike" u="none">
                <a:solidFill>
                  <a:srgbClr val="000000"/>
                </a:solidFill>
                <a:effectLst/>
                <a:uFillTx/>
                <a:latin typeface="Times New Roman"/>
              </a:endParaRPr>
            </a:p>
          </p:txBody>
        </p:sp>
      </p:grpSp>
      <p:grpSp>
        <p:nvGrpSpPr>
          <p:cNvPr id="76" name=""/>
          <p:cNvGrpSpPr/>
          <p:nvPr/>
        </p:nvGrpSpPr>
        <p:grpSpPr>
          <a:xfrm>
            <a:off x="4191120" y="2666880"/>
            <a:ext cx="1904760" cy="838440"/>
            <a:chOff x="4191120" y="2666880"/>
            <a:chExt cx="1904760" cy="838440"/>
          </a:xfrm>
        </p:grpSpPr>
        <p:sp>
          <p:nvSpPr>
            <p:cNvPr id="77" name=""/>
            <p:cNvSpPr/>
            <p:nvPr/>
          </p:nvSpPr>
          <p:spPr>
            <a:xfrm>
              <a:off x="4191120" y="2666880"/>
              <a:ext cx="1904760" cy="838440"/>
            </a:xfrm>
            <a:prstGeom prst="rect">
              <a:avLst/>
            </a:prstGeom>
            <a:no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78" name=""/>
            <p:cNvSpPr/>
            <p:nvPr/>
          </p:nvSpPr>
          <p:spPr>
            <a:xfrm>
              <a:off x="4191120" y="2666880"/>
              <a:ext cx="1904760" cy="825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ea typeface="Times New Roman"/>
                </a:rPr>
                <a:t>Attention Seeking</a:t>
              </a:r>
              <a:endParaRPr b="0" lang="en-IN" sz="2400" strike="noStrike" u="none">
                <a:solidFill>
                  <a:srgbClr val="000000"/>
                </a:solidFill>
                <a:effectLst/>
                <a:uFillTx/>
                <a:latin typeface="Times New Roman"/>
              </a:endParaRPr>
            </a:p>
          </p:txBody>
        </p:sp>
      </p:grpSp>
      <p:grpSp>
        <p:nvGrpSpPr>
          <p:cNvPr id="79" name=""/>
          <p:cNvGrpSpPr/>
          <p:nvPr/>
        </p:nvGrpSpPr>
        <p:grpSpPr>
          <a:xfrm>
            <a:off x="6553080" y="2666880"/>
            <a:ext cx="1905120" cy="838440"/>
            <a:chOff x="6553080" y="2666880"/>
            <a:chExt cx="1905120" cy="838440"/>
          </a:xfrm>
        </p:grpSpPr>
        <p:sp>
          <p:nvSpPr>
            <p:cNvPr id="80" name=""/>
            <p:cNvSpPr/>
            <p:nvPr/>
          </p:nvSpPr>
          <p:spPr>
            <a:xfrm>
              <a:off x="6553080" y="2666880"/>
              <a:ext cx="1905120" cy="838440"/>
            </a:xfrm>
            <a:prstGeom prst="rect">
              <a:avLst/>
            </a:prstGeom>
            <a:no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81" name=""/>
            <p:cNvSpPr/>
            <p:nvPr/>
          </p:nvSpPr>
          <p:spPr>
            <a:xfrm>
              <a:off x="6553080" y="2666880"/>
              <a:ext cx="1905120" cy="825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ea typeface="Times New Roman"/>
                </a:rPr>
                <a:t>Power/ Revenge</a:t>
              </a:r>
              <a:endParaRPr b="0" lang="en-IN" sz="2400" strike="noStrike" u="none">
                <a:solidFill>
                  <a:srgbClr val="000000"/>
                </a:solidFill>
                <a:effectLst/>
                <a:uFillTx/>
                <a:latin typeface="Times New Roman"/>
              </a:endParaRPr>
            </a:p>
          </p:txBody>
        </p:sp>
      </p:grpSp>
      <p:sp>
        <p:nvSpPr>
          <p:cNvPr id="82" name=""/>
          <p:cNvSpPr/>
          <p:nvPr/>
        </p:nvSpPr>
        <p:spPr>
          <a:xfrm flipH="1">
            <a:off x="2819160" y="1752480"/>
            <a:ext cx="3886200" cy="838440"/>
          </a:xfrm>
          <a:prstGeom prst="line">
            <a:avLst/>
          </a:prstGeom>
          <a:ln cap="sq" w="57240">
            <a:solidFill>
              <a:srgbClr val="660066"/>
            </a:solidFill>
            <a:miter/>
            <a:tailEnd len="sm" type="triangle" w="sm"/>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83" name=""/>
          <p:cNvSpPr/>
          <p:nvPr/>
        </p:nvSpPr>
        <p:spPr>
          <a:xfrm flipH="1">
            <a:off x="5790960" y="1676520"/>
            <a:ext cx="1066680" cy="914400"/>
          </a:xfrm>
          <a:prstGeom prst="line">
            <a:avLst/>
          </a:prstGeom>
          <a:ln cap="sq" w="57240">
            <a:solidFill>
              <a:srgbClr val="660066"/>
            </a:solidFill>
            <a:miter/>
            <a:tailEnd len="sm" type="triangle" w="sm"/>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grpSp>
        <p:nvGrpSpPr>
          <p:cNvPr id="84" name=""/>
          <p:cNvGrpSpPr/>
          <p:nvPr/>
        </p:nvGrpSpPr>
        <p:grpSpPr>
          <a:xfrm>
            <a:off x="2971800" y="4419720"/>
            <a:ext cx="4572000" cy="2438280"/>
            <a:chOff x="2971800" y="4419720"/>
            <a:chExt cx="4572000" cy="2438280"/>
          </a:xfrm>
        </p:grpSpPr>
        <p:sp>
          <p:nvSpPr>
            <p:cNvPr id="85" name=""/>
            <p:cNvSpPr/>
            <p:nvPr/>
          </p:nvSpPr>
          <p:spPr>
            <a:xfrm>
              <a:off x="2971800" y="4419720"/>
              <a:ext cx="4572000" cy="2438280"/>
            </a:xfrm>
            <a:prstGeom prst="star5">
              <a:avLst/>
            </a:prstGeom>
            <a:solidFill>
              <a:srgbClr val="ffff00"/>
            </a:solidFill>
            <a:ln cap="sq" w="12600">
              <a:solidFill>
                <a:srgbClr val="0000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86" name=""/>
            <p:cNvSpPr/>
            <p:nvPr/>
          </p:nvSpPr>
          <p:spPr>
            <a:xfrm>
              <a:off x="4038480" y="5334120"/>
              <a:ext cx="2362320" cy="1008720"/>
            </a:xfrm>
            <a:prstGeom prst="rect">
              <a:avLst/>
            </a:prstGeom>
            <a:solidFill>
              <a:srgbClr val="ffff00"/>
            </a:solid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3694b6"/>
                  </a:solidFill>
                  <a:effectLst/>
                  <a:uFillTx/>
                  <a:latin typeface="Comic Sans MS"/>
                  <a:ea typeface="Times New Roman"/>
                </a:rPr>
                <a:t>Develop  &amp; Implement an Intervention</a:t>
              </a:r>
              <a:endParaRPr b="0" lang="en-IN" sz="2000" strike="noStrike" u="none">
                <a:solidFill>
                  <a:srgbClr val="000000"/>
                </a:solidFill>
                <a:effectLst/>
                <a:uFillTx/>
                <a:latin typeface="Times New Roman"/>
              </a:endParaRPr>
            </a:p>
          </p:txBody>
        </p:sp>
      </p:grpSp>
      <p:sp>
        <p:nvSpPr>
          <p:cNvPr id="87" name=""/>
          <p:cNvSpPr/>
          <p:nvPr/>
        </p:nvSpPr>
        <p:spPr>
          <a:xfrm>
            <a:off x="851040" y="1523880"/>
            <a:ext cx="2120760" cy="3810240"/>
          </a:xfrm>
          <a:custGeom>
            <a:avLst/>
            <a:gdLst/>
            <a:ahLst/>
            <a:rect l="l" t="t" r="r" b="b"/>
            <a:pathLst>
              <a:path w="1336" h="2400">
                <a:moveTo>
                  <a:pt x="808" y="0"/>
                </a:moveTo>
                <a:cubicBezTo>
                  <a:pt x="404" y="544"/>
                  <a:pt x="0" y="1088"/>
                  <a:pt x="88" y="1488"/>
                </a:cubicBezTo>
                <a:cubicBezTo>
                  <a:pt x="176" y="1888"/>
                  <a:pt x="1120" y="2248"/>
                  <a:pt x="1336" y="2400"/>
                </a:cubicBezTo>
              </a:path>
            </a:pathLst>
          </a:custGeom>
          <a:noFill/>
          <a:ln cap="sq" w="57240">
            <a:solidFill>
              <a:srgbClr val="221304"/>
            </a:solidFill>
            <a:round/>
          </a:ln>
        </p:spPr>
        <p:style>
          <a:lnRef idx="0"/>
          <a:fillRef idx="0"/>
          <a:effectRef idx="0"/>
          <a:fontRef idx="minor"/>
        </p:style>
        <p:txBody>
          <a:bodyPr wrap="none" anchor="t">
            <a:noAutofit/>
          </a:bodyPr>
          <a:p>
            <a:endParaRPr b="0" lang="en-IN" sz="2400" strike="noStrike" u="none">
              <a:solidFill>
                <a:srgbClr val="000000"/>
              </a:solidFill>
              <a:effectLst/>
              <a:uFillTx/>
              <a:latin typeface="Times New Roman"/>
            </a:endParaRPr>
          </a:p>
        </p:txBody>
      </p:sp>
      <p:sp>
        <p:nvSpPr>
          <p:cNvPr id="88" name=""/>
          <p:cNvSpPr/>
          <p:nvPr/>
        </p:nvSpPr>
        <p:spPr>
          <a:xfrm>
            <a:off x="2286000" y="3505320"/>
            <a:ext cx="1447920" cy="1828800"/>
          </a:xfrm>
          <a:prstGeom prst="line">
            <a:avLst/>
          </a:prstGeom>
          <a:ln cap="sq" w="57240">
            <a:solidFill>
              <a:srgbClr val="221304"/>
            </a:solidFill>
            <a:miter/>
            <a:tailEnd len="sm" type="triangle" w="sm"/>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89" name=""/>
          <p:cNvSpPr/>
          <p:nvPr/>
        </p:nvSpPr>
        <p:spPr>
          <a:xfrm>
            <a:off x="5257800" y="3581280"/>
            <a:ext cx="0" cy="762120"/>
          </a:xfrm>
          <a:prstGeom prst="line">
            <a:avLst/>
          </a:prstGeom>
          <a:ln cap="sq" w="57240">
            <a:solidFill>
              <a:srgbClr val="221304"/>
            </a:solidFill>
            <a:miter/>
            <a:tailEnd len="sm" type="triangle" w="sm"/>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90" name=""/>
          <p:cNvSpPr/>
          <p:nvPr/>
        </p:nvSpPr>
        <p:spPr>
          <a:xfrm flipH="1">
            <a:off x="6248160" y="3505320"/>
            <a:ext cx="1066680" cy="1828800"/>
          </a:xfrm>
          <a:prstGeom prst="line">
            <a:avLst/>
          </a:prstGeom>
          <a:ln cap="sq" w="57240">
            <a:solidFill>
              <a:srgbClr val="221304"/>
            </a:solidFill>
            <a:miter/>
            <a:tailEnd len="sm" type="triangle" w="sm"/>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91" name=""/>
          <p:cNvSpPr/>
          <p:nvPr/>
        </p:nvSpPr>
        <p:spPr>
          <a:xfrm>
            <a:off x="6858000" y="1676520"/>
            <a:ext cx="533520" cy="990360"/>
          </a:xfrm>
          <a:prstGeom prst="line">
            <a:avLst/>
          </a:prstGeom>
          <a:ln cap="sq" w="57240">
            <a:solidFill>
              <a:srgbClr val="660066"/>
            </a:solidFill>
            <a:miter/>
            <a:tailEnd len="sm" type="triangle" w="sm"/>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122" dur="indefinite" restart="never" nodeType="tmRoot">
          <p:childTnLst>
            <p:seq>
              <p:cTn id="123" dur="indefinite" nodeType="mainSeq">
                <p:childTnLst>
                  <p:par>
                    <p:cTn id="124" fill="hold">
                      <p:stCondLst>
                        <p:cond delay="indefinite"/>
                      </p:stCondLst>
                      <p:childTnLst>
                        <p:par>
                          <p:cTn id="125" fill="hold">
                            <p:stCondLst>
                              <p:cond delay="0"/>
                            </p:stCondLst>
                            <p:childTnLst>
                              <p:par>
                                <p:cTn id="126" nodeType="clickEffect" fill="hold" presetClass="entr" presetID="1">
                                  <p:stCondLst>
                                    <p:cond delay="0"/>
                                  </p:stCondLst>
                                  <p:childTnLst>
                                    <p:set>
                                      <p:cBhvr>
                                        <p:cTn id="127" dur="1" fill="hold">
                                          <p:stCondLst>
                                            <p:cond delay="499"/>
                                          </p:stCondLst>
                                        </p:cTn>
                                        <p:tgtEl>
                                          <p:spTgt spid="62"/>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nodeType="clickEffect" fill="hold" presetClass="entr" presetID="1">
                                  <p:stCondLst>
                                    <p:cond delay="0"/>
                                  </p:stCondLst>
                                  <p:childTnLst>
                                    <p:set>
                                      <p:cBhvr>
                                        <p:cTn id="131" dur="1" fill="hold">
                                          <p:stCondLst>
                                            <p:cond delay="499"/>
                                          </p:stCondLst>
                                        </p:cTn>
                                        <p:tgtEl>
                                          <p:spTgt spid="87"/>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nodeType="clickEffect" fill="hold" presetClass="entr" presetID="1">
                                  <p:stCondLst>
                                    <p:cond delay="0"/>
                                  </p:stCondLst>
                                  <p:childTnLst>
                                    <p:set>
                                      <p:cBhvr>
                                        <p:cTn id="135" dur="1" fill="hold">
                                          <p:stCondLst>
                                            <p:cond delay="499"/>
                                          </p:stCondLst>
                                        </p:cTn>
                                        <p:tgtEl>
                                          <p:spTgt spid="84"/>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nodeType="clickEffect" fill="hold" presetClass="entr" presetID="1">
                                  <p:stCondLst>
                                    <p:cond delay="0"/>
                                  </p:stCondLst>
                                  <p:childTnLst>
                                    <p:set>
                                      <p:cBhvr>
                                        <p:cTn id="139" dur="1" fill="hold">
                                          <p:stCondLst>
                                            <p:cond delay="499"/>
                                          </p:stCondLst>
                                        </p:cTn>
                                        <p:tgtEl>
                                          <p:spTgt spid="73"/>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nodeType="clickEffect" fill="hold" presetClass="entr" presetID="1">
                                  <p:stCondLst>
                                    <p:cond delay="0"/>
                                  </p:stCondLst>
                                  <p:childTnLst>
                                    <p:set>
                                      <p:cBhvr>
                                        <p:cTn id="143" dur="1" fill="hold">
                                          <p:stCondLst>
                                            <p:cond delay="499"/>
                                          </p:stCondLst>
                                        </p:cTn>
                                        <p:tgtEl>
                                          <p:spTgt spid="71"/>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nodeType="clickEffect" fill="hold" presetClass="entr" presetID="1">
                                  <p:stCondLst>
                                    <p:cond delay="0"/>
                                  </p:stCondLst>
                                  <p:childTnLst>
                                    <p:set>
                                      <p:cBhvr>
                                        <p:cTn id="147" dur="1" fill="hold">
                                          <p:stCondLst>
                                            <p:cond delay="499"/>
                                          </p:stCondLst>
                                        </p:cTn>
                                        <p:tgtEl>
                                          <p:spTgt spid="82"/>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nodeType="clickEffect" fill="hold" presetClass="entr" presetID="1">
                                  <p:stCondLst>
                                    <p:cond delay="0"/>
                                  </p:stCondLst>
                                  <p:childTnLst>
                                    <p:set>
                                      <p:cBhvr>
                                        <p:cTn id="151" dur="1" fill="hold">
                                          <p:stCondLst>
                                            <p:cond delay="499"/>
                                          </p:stCondLst>
                                        </p:cTn>
                                        <p:tgtEl>
                                          <p:spTgt spid="76"/>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nodeType="clickEffect" fill="hold" presetClass="entr" presetID="1">
                                  <p:stCondLst>
                                    <p:cond delay="0"/>
                                  </p:stCondLst>
                                  <p:childTnLst>
                                    <p:set>
                                      <p:cBhvr>
                                        <p:cTn id="155" dur="1" fill="hold">
                                          <p:stCondLst>
                                            <p:cond delay="499"/>
                                          </p:stCondLst>
                                        </p:cTn>
                                        <p:tgtEl>
                                          <p:spTgt spid="69"/>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nodeType="clickEffect" fill="hold" presetClass="entr" presetID="1">
                                  <p:stCondLst>
                                    <p:cond delay="0"/>
                                  </p:stCondLst>
                                  <p:childTnLst>
                                    <p:set>
                                      <p:cBhvr>
                                        <p:cTn id="159" dur="1" fill="hold">
                                          <p:stCondLst>
                                            <p:cond delay="499"/>
                                          </p:stCondLst>
                                        </p:cTn>
                                        <p:tgtEl>
                                          <p:spTgt spid="83"/>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nodeType="clickEffect" fill="hold" presetClass="entr" presetID="1">
                                  <p:stCondLst>
                                    <p:cond delay="0"/>
                                  </p:stCondLst>
                                  <p:childTnLst>
                                    <p:set>
                                      <p:cBhvr>
                                        <p:cTn id="163" dur="1" fill="hold">
                                          <p:stCondLst>
                                            <p:cond delay="499"/>
                                          </p:stCondLst>
                                        </p:cTn>
                                        <p:tgtEl>
                                          <p:spTgt spid="79"/>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nodeType="clickEffect" fill="hold" presetClass="entr" presetID="1">
                                  <p:stCondLst>
                                    <p:cond delay="0"/>
                                  </p:stCondLst>
                                  <p:childTnLst>
                                    <p:set>
                                      <p:cBhvr>
                                        <p:cTn id="167" dur="1" fill="hold">
                                          <p:stCondLst>
                                            <p:cond delay="499"/>
                                          </p:stCondLst>
                                        </p:cTn>
                                        <p:tgtEl>
                                          <p:spTgt spid="72"/>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nodeType="clickEffect" fill="hold" presetClass="entr" presetID="1">
                                  <p:stCondLst>
                                    <p:cond delay="0"/>
                                  </p:stCondLst>
                                  <p:childTnLst>
                                    <p:set>
                                      <p:cBhvr>
                                        <p:cTn id="171" dur="1" fill="hold">
                                          <p:stCondLst>
                                            <p:cond delay="499"/>
                                          </p:stCondLst>
                                        </p:cTn>
                                        <p:tgtEl>
                                          <p:spTgt spid="91"/>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nodeType="clickEffect" fill="hold" presetClass="entr" presetID="1">
                                  <p:stCondLst>
                                    <p:cond delay="0"/>
                                  </p:stCondLst>
                                  <p:childTnLst>
                                    <p:set>
                                      <p:cBhvr>
                                        <p:cTn id="175" dur="1" fill="hold">
                                          <p:stCondLst>
                                            <p:cond delay="499"/>
                                          </p:stCondLst>
                                        </p:cTn>
                                        <p:tgtEl>
                                          <p:spTgt spid="88"/>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nodeType="clickEffect" fill="hold" presetClass="entr" presetID="1">
                                  <p:stCondLst>
                                    <p:cond delay="0"/>
                                  </p:stCondLst>
                                  <p:childTnLst>
                                    <p:set>
                                      <p:cBhvr>
                                        <p:cTn id="179" dur="1" fill="hold">
                                          <p:stCondLst>
                                            <p:cond delay="499"/>
                                          </p:stCondLst>
                                        </p:cTn>
                                        <p:tgtEl>
                                          <p:spTgt spid="89"/>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nodeType="clickEffect" fill="hold" presetClass="entr" presetID="1">
                                  <p:stCondLst>
                                    <p:cond delay="0"/>
                                  </p:stCondLst>
                                  <p:childTnLst>
                                    <p:set>
                                      <p:cBhvr>
                                        <p:cTn id="183" dur="1" fill="hold">
                                          <p:stCondLst>
                                            <p:cond delay="499"/>
                                          </p:stCondLst>
                                        </p:cTn>
                                        <p:tgtEl>
                                          <p:spTgt spid="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Severe-Habitual/Long-Standing Problems</a:t>
            </a:r>
            <a:endParaRPr b="0" lang="en-IN" sz="4400" strike="noStrike" u="none">
              <a:solidFill>
                <a:srgbClr val="221304"/>
              </a:solidFill>
              <a:effectLst/>
              <a:uFillTx/>
              <a:latin typeface="Times New Roman"/>
            </a:endParaRPr>
          </a:p>
        </p:txBody>
      </p:sp>
      <p:sp>
        <p:nvSpPr>
          <p:cNvPr id="93"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spcBef>
                <a:spcPts val="15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When chronic misbehavior does not stem from a student’s lack of awareness or ability, and is not being exhibited because the student wants attention, then  you need to assume that the behavior is now </a:t>
            </a:r>
            <a:r>
              <a:rPr b="1" lang="en-IN" sz="2400" strike="noStrike" u="sng">
                <a:solidFill>
                  <a:srgbClr val="000000"/>
                </a:solidFill>
                <a:effectLst/>
                <a:uFillTx/>
                <a:latin typeface="Times New Roman"/>
              </a:rPr>
              <a:t>habitual/long</a:t>
            </a:r>
            <a:r>
              <a:rPr b="0" lang="en-IN" sz="2400" strike="noStrike" u="none">
                <a:solidFill>
                  <a:srgbClr val="000000"/>
                </a:solidFill>
                <a:effectLst/>
                <a:uFillTx/>
                <a:latin typeface="Times New Roman"/>
              </a:rPr>
              <a:t> </a:t>
            </a:r>
            <a:r>
              <a:rPr b="1" lang="en-IN" sz="2400" strike="noStrike" u="sng">
                <a:solidFill>
                  <a:srgbClr val="000000"/>
                </a:solidFill>
                <a:effectLst/>
                <a:uFillTx/>
                <a:latin typeface="Times New Roman"/>
              </a:rPr>
              <a:t>standing</a:t>
            </a:r>
            <a:r>
              <a:rPr b="0" lang="en-IN" sz="2400" strike="noStrike" u="none">
                <a:solidFill>
                  <a:srgbClr val="000000"/>
                </a:solidFill>
                <a:effectLst/>
                <a:uFillTx/>
                <a:latin typeface="Times New Roman"/>
              </a:rPr>
              <a:t> and is serving some other purpose for the student.</a:t>
            </a:r>
            <a:endParaRPr b="0" lang="en-IN" sz="2400" strike="noStrike" u="none">
              <a:solidFill>
                <a:srgbClr val="000000"/>
              </a:solidFill>
              <a:effectLst/>
              <a:uFillTx/>
              <a:latin typeface="Times New Roman"/>
            </a:endParaRPr>
          </a:p>
          <a:p>
            <a:pPr marL="343080" indent="-343080">
              <a:spcBef>
                <a:spcPts val="15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Student loses control/ others may be physically threatened</a:t>
            </a:r>
            <a:endParaRPr b="0" lang="en-IN" sz="2400" strike="noStrike" u="none">
              <a:solidFill>
                <a:srgbClr val="000000"/>
              </a:solidFill>
              <a:effectLst/>
              <a:uFillTx/>
              <a:latin typeface="Times New Roman"/>
            </a:endParaRPr>
          </a:p>
          <a:p>
            <a:pPr marL="343080" indent="-343080">
              <a:spcBef>
                <a:spcPts val="15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Teacher doesn’t feel he/she can teach when the student has the problem</a:t>
            </a:r>
            <a:endParaRPr b="0" lang="en-IN" sz="2400" strike="noStrike" u="none">
              <a:solidFill>
                <a:srgbClr val="000000"/>
              </a:solidFill>
              <a:effectLst/>
              <a:uFillTx/>
              <a:latin typeface="Times New Roman"/>
            </a:endParaRPr>
          </a:p>
          <a:p>
            <a:pPr marL="343080" indent="-343080">
              <a:spcBef>
                <a:spcPts val="15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Long history of having the problem</a:t>
            </a:r>
            <a:endParaRPr b="0" lang="en-IN" sz="2400" strike="noStrike" u="none">
              <a:solidFill>
                <a:srgbClr val="000000"/>
              </a:solidFill>
              <a:effectLst/>
              <a:uFillTx/>
              <a:latin typeface="Times New Roman"/>
            </a:endParaRPr>
          </a:p>
          <a:p>
            <a:pPr marL="343080" indent="-343080">
              <a:spcBef>
                <a:spcPts val="15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a:p>
            <a:pPr marL="343080" indent="-343080">
              <a:spcBef>
                <a:spcPts val="15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Tree>
  </p:cSld>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221304"/>
                </a:solidFill>
                <a:effectLst/>
                <a:uFillTx/>
                <a:latin typeface="Comic Sans MS"/>
              </a:rPr>
              <a:t>Habitual/Long-Standing Problems</a:t>
            </a:r>
            <a:endParaRPr b="0" lang="en-IN" sz="3200" strike="noStrike" u="none">
              <a:solidFill>
                <a:srgbClr val="221304"/>
              </a:solidFill>
              <a:effectLst/>
              <a:uFillTx/>
              <a:latin typeface="Times New Roman"/>
            </a:endParaRPr>
          </a:p>
        </p:txBody>
      </p:sp>
      <p:sp>
        <p:nvSpPr>
          <p:cNvPr id="95"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nSpc>
                <a:spcPct val="9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Establish a structured system for reinforcing appropriate behavior and providing a consequence for inappropriate behavior</a:t>
            </a:r>
            <a:endParaRPr b="0" lang="en-IN" sz="2400" strike="noStrike" u="none">
              <a:solidFill>
                <a:srgbClr val="000000"/>
              </a:solidFill>
              <a:effectLst/>
              <a:uFillTx/>
              <a:latin typeface="Times New Roman"/>
            </a:endParaRPr>
          </a:p>
          <a:p>
            <a:pPr lvl="2" marL="1143000" indent="-228600">
              <a:lnSpc>
                <a:spcPct val="9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With student create a list of reinforcers</a:t>
            </a:r>
            <a:endParaRPr b="0" lang="en-IN" sz="1800" strike="noStrike" u="none">
              <a:solidFill>
                <a:srgbClr val="000000"/>
              </a:solidFill>
              <a:effectLst/>
              <a:uFillTx/>
              <a:latin typeface="Times New Roman"/>
            </a:endParaRPr>
          </a:p>
          <a:p>
            <a:pPr lvl="2" marL="1143000" indent="-228600">
              <a:lnSpc>
                <a:spcPct val="9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Set up a procedure for monitoring behavior</a:t>
            </a:r>
            <a:endParaRPr b="0" lang="en-IN" sz="1800" strike="noStrike" u="none">
              <a:solidFill>
                <a:srgbClr val="000000"/>
              </a:solidFill>
              <a:effectLst/>
              <a:uFillTx/>
              <a:latin typeface="Times New Roman"/>
            </a:endParaRPr>
          </a:p>
          <a:p>
            <a:pPr lvl="2" marL="1143000" indent="-228600">
              <a:lnSpc>
                <a:spcPct val="9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Create a reinforcement menu</a:t>
            </a:r>
            <a:endParaRPr b="0" lang="en-IN" sz="1800" strike="noStrike" u="none">
              <a:solidFill>
                <a:srgbClr val="000000"/>
              </a:solidFill>
              <a:effectLst/>
              <a:uFillTx/>
              <a:latin typeface="Times New Roman"/>
            </a:endParaRPr>
          </a:p>
          <a:p>
            <a:pPr marL="343080" indent="-343080">
              <a:lnSpc>
                <a:spcPct val="9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Establish appropriate consequences for misbehavior</a:t>
            </a:r>
            <a:endParaRPr b="0" lang="en-IN" sz="2400" strike="noStrike" u="none">
              <a:solidFill>
                <a:srgbClr val="000000"/>
              </a:solidFill>
              <a:effectLst/>
              <a:uFillTx/>
              <a:latin typeface="Times New Roman"/>
            </a:endParaRPr>
          </a:p>
          <a:p>
            <a:pPr marL="343080" indent="-343080">
              <a:lnSpc>
                <a:spcPct val="9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Give student increased praise and attention for managing himself/herself well.  </a:t>
            </a:r>
            <a:endParaRPr b="0" lang="en-IN" sz="2400" strike="noStrike" u="none">
              <a:solidFill>
                <a:srgbClr val="000000"/>
              </a:solidFill>
              <a:effectLst/>
              <a:uFillTx/>
              <a:latin typeface="Times New Roman"/>
            </a:endParaRPr>
          </a:p>
          <a:p>
            <a:pPr marL="343080" indent="-343080">
              <a:lnSpc>
                <a:spcPct val="9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GET ENTHUSISTIC !!!</a:t>
            </a:r>
            <a:endParaRPr b="0" lang="en-IN" sz="2400" strike="noStrike" u="none">
              <a:solidFill>
                <a:srgbClr val="000000"/>
              </a:solidFill>
              <a:effectLst/>
              <a:uFillTx/>
              <a:latin typeface="Times New Roman"/>
            </a:endParaRPr>
          </a:p>
        </p:txBody>
      </p:sp>
    </p:spTree>
  </p:cSld>
  <p:timing>
    <p:tnLst>
      <p:par>
        <p:cTn id="184" dur="indefinite" restart="never" nodeType="tmRoot">
          <p:childTnLst>
            <p:seq>
              <p:cTn id="185" dur="indefinite" nodeType="mainSeq">
                <p:childTnLst>
                  <p:par>
                    <p:cTn id="186" fill="hold">
                      <p:stCondLst>
                        <p:cond delay="indefinite"/>
                      </p:stCondLst>
                      <p:childTnLst>
                        <p:par>
                          <p:cTn id="187" fill="hold">
                            <p:stCondLst>
                              <p:cond delay="0"/>
                            </p:stCondLst>
                            <p:childTnLst>
                              <p:par>
                                <p:cTn id="188" nodeType="clickEffect" fill="hold" presetClass="entr" presetID="1">
                                  <p:stCondLst>
                                    <p:cond delay="0"/>
                                  </p:stCondLst>
                                  <p:childTnLst>
                                    <p:set>
                                      <p:cBhvr>
                                        <p:cTn id="189" dur="1" fill="hold">
                                          <p:stCondLst>
                                            <p:cond delay="499"/>
                                          </p:stCondLst>
                                        </p:cTn>
                                        <p:tgtEl>
                                          <p:spTgt spid="95">
                                            <p:txEl>
                                              <p:pRg st="0" end="0"/>
                                            </p:txEl>
                                          </p:spTgt>
                                        </p:tgtEl>
                                        <p:attrNameLst>
                                          <p:attrName>style.visibility</p:attrName>
                                        </p:attrNameLst>
                                      </p:cBhvr>
                                      <p:to>
                                        <p:strVal val="visible"/>
                                      </p:to>
                                    </p:set>
                                  </p:childTnLst>
                                </p:cTn>
                              </p:par>
                              <p:par>
                                <p:cTn id="190" nodeType="withEffect" fill="hold" presetClass="entr" presetID="1">
                                  <p:stCondLst>
                                    <p:cond delay="0"/>
                                  </p:stCondLst>
                                  <p:childTnLst>
                                    <p:set>
                                      <p:cBhvr>
                                        <p:cTn id="191" dur="1" fill="hold">
                                          <p:stCondLst>
                                            <p:cond delay="499"/>
                                          </p:stCondLst>
                                        </p:cTn>
                                        <p:tgtEl>
                                          <p:spTgt spid="95">
                                            <p:txEl>
                                              <p:pRg st="1" end="1"/>
                                            </p:txEl>
                                          </p:spTgt>
                                        </p:tgtEl>
                                        <p:attrNameLst>
                                          <p:attrName>style.visibility</p:attrName>
                                        </p:attrNameLst>
                                      </p:cBhvr>
                                      <p:to>
                                        <p:strVal val="visible"/>
                                      </p:to>
                                    </p:set>
                                  </p:childTnLst>
                                </p:cTn>
                              </p:par>
                              <p:par>
                                <p:cTn id="192" nodeType="withEffect" fill="hold" presetClass="entr" presetID="1">
                                  <p:stCondLst>
                                    <p:cond delay="0"/>
                                  </p:stCondLst>
                                  <p:childTnLst>
                                    <p:set>
                                      <p:cBhvr>
                                        <p:cTn id="193" dur="1" fill="hold">
                                          <p:stCondLst>
                                            <p:cond delay="499"/>
                                          </p:stCondLst>
                                        </p:cTn>
                                        <p:tgtEl>
                                          <p:spTgt spid="95">
                                            <p:txEl>
                                              <p:pRg st="2" end="2"/>
                                            </p:txEl>
                                          </p:spTgt>
                                        </p:tgtEl>
                                        <p:attrNameLst>
                                          <p:attrName>style.visibility</p:attrName>
                                        </p:attrNameLst>
                                      </p:cBhvr>
                                      <p:to>
                                        <p:strVal val="visible"/>
                                      </p:to>
                                    </p:set>
                                  </p:childTnLst>
                                </p:cTn>
                              </p:par>
                              <p:par>
                                <p:cTn id="194" nodeType="withEffect" fill="hold" presetClass="entr" presetID="1">
                                  <p:stCondLst>
                                    <p:cond delay="0"/>
                                  </p:stCondLst>
                                  <p:childTnLst>
                                    <p:set>
                                      <p:cBhvr>
                                        <p:cTn id="195" dur="1" fill="hold">
                                          <p:stCondLst>
                                            <p:cond delay="499"/>
                                          </p:stCondLst>
                                        </p:cTn>
                                        <p:tgtEl>
                                          <p:spTgt spid="95">
                                            <p:txEl>
                                              <p:pRg st="3" end="3"/>
                                            </p:txEl>
                                          </p:spTgt>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nodeType="clickEffect" fill="hold" presetClass="entr" presetID="1">
                                  <p:stCondLst>
                                    <p:cond delay="0"/>
                                  </p:stCondLst>
                                  <p:childTnLst>
                                    <p:set>
                                      <p:cBhvr>
                                        <p:cTn id="199" dur="1" fill="hold">
                                          <p:stCondLst>
                                            <p:cond delay="499"/>
                                          </p:stCondLst>
                                        </p:cTn>
                                        <p:tgtEl>
                                          <p:spTgt spid="95">
                                            <p:txEl>
                                              <p:pRg st="4" end="4"/>
                                            </p:txEl>
                                          </p:spTgt>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nodeType="clickEffect" fill="hold" presetClass="entr" presetID="1">
                                  <p:stCondLst>
                                    <p:cond delay="0"/>
                                  </p:stCondLst>
                                  <p:childTnLst>
                                    <p:set>
                                      <p:cBhvr>
                                        <p:cTn id="203" dur="1" fill="hold">
                                          <p:stCondLst>
                                            <p:cond delay="499"/>
                                          </p:stCondLst>
                                        </p:cTn>
                                        <p:tgtEl>
                                          <p:spTgt spid="95">
                                            <p:txEl>
                                              <p:pRg st="5" end="5"/>
                                            </p:txEl>
                                          </p:spTgt>
                                        </p:tgtEl>
                                        <p:attrNameLst>
                                          <p:attrName>style.visibility</p:attrName>
                                        </p:attrNameLst>
                                      </p:cBhvr>
                                      <p:to>
                                        <p:strVal val="visible"/>
                                      </p:to>
                                    </p:set>
                                  </p:childTnLst>
                                </p:cTn>
                              </p:par>
                            </p:childTnLst>
                          </p:cTn>
                        </p:par>
                      </p:childTnLst>
                    </p:cTn>
                  </p:par>
                  <p:par>
                    <p:cTn id="204" fill="hold">
                      <p:stCondLst>
                        <p:cond delay="indefinite"/>
                      </p:stCondLst>
                      <p:childTnLst>
                        <p:par>
                          <p:cTn id="205" fill="hold">
                            <p:stCondLst>
                              <p:cond delay="0"/>
                            </p:stCondLst>
                            <p:childTnLst>
                              <p:par>
                                <p:cTn id="206" nodeType="clickEffect" fill="hold" presetClass="entr" presetID="1">
                                  <p:stCondLst>
                                    <p:cond delay="0"/>
                                  </p:stCondLst>
                                  <p:childTnLst>
                                    <p:set>
                                      <p:cBhvr>
                                        <p:cTn id="207" dur="1" fill="hold">
                                          <p:stCondLst>
                                            <p:cond delay="499"/>
                                          </p:stCondLst>
                                        </p:cTn>
                                        <p:tgtEl>
                                          <p:spTgt spid="95">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pic>
        <p:nvPicPr>
          <p:cNvPr id="96" name="" descr=""/>
          <p:cNvPicPr/>
          <p:nvPr/>
        </p:nvPicPr>
        <p:blipFill>
          <a:blip r:embed="rId1"/>
          <a:stretch/>
        </p:blipFill>
        <p:spPr>
          <a:xfrm>
            <a:off x="1295280" y="380880"/>
            <a:ext cx="6553440" cy="6096240"/>
          </a:xfrm>
          <a:prstGeom prst="rect">
            <a:avLst/>
          </a:prstGeom>
          <a:noFill/>
          <a:ln w="0">
            <a:noFill/>
          </a:ln>
        </p:spPr>
      </p:pic>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Moderate Misbehaviors</a:t>
            </a:r>
            <a:endParaRPr b="0" lang="en-IN" sz="4400" strike="noStrike" u="none">
              <a:solidFill>
                <a:srgbClr val="221304"/>
              </a:solidFill>
              <a:effectLst/>
              <a:uFillTx/>
              <a:latin typeface="Times New Roman"/>
            </a:endParaRPr>
          </a:p>
        </p:txBody>
      </p:sp>
      <p:sp>
        <p:nvSpPr>
          <p:cNvPr id="98"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spcBef>
                <a:spcPts val="9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0000"/>
                </a:solidFill>
                <a:effectLst/>
                <a:uFillTx/>
                <a:latin typeface="Times New Roman"/>
              </a:rPr>
              <a:t>Gone on for several weeks or for longer intervals of time</a:t>
            </a:r>
            <a:endParaRPr b="0" lang="en-IN" sz="3600" strike="noStrike" u="none">
              <a:solidFill>
                <a:srgbClr val="000000"/>
              </a:solidFill>
              <a:effectLst/>
              <a:uFillTx/>
              <a:latin typeface="Times New Roman"/>
            </a:endParaRPr>
          </a:p>
          <a:p>
            <a:pPr marL="343080" indent="-343080">
              <a:spcBef>
                <a:spcPts val="9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0000"/>
                </a:solidFill>
                <a:effectLst/>
                <a:uFillTx/>
                <a:latin typeface="Times New Roman"/>
              </a:rPr>
              <a:t>Teacher feeling frustrated</a:t>
            </a:r>
            <a:endParaRPr b="0" lang="en-IN" sz="3600" strike="noStrike" u="none">
              <a:solidFill>
                <a:srgbClr val="000000"/>
              </a:solidFill>
              <a:effectLst/>
              <a:uFillTx/>
              <a:latin typeface="Times New Roman"/>
            </a:endParaRPr>
          </a:p>
          <a:p>
            <a:pPr marL="343080" indent="-343080">
              <a:spcBef>
                <a:spcPts val="9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0000"/>
                </a:solidFill>
                <a:effectLst/>
                <a:uFillTx/>
                <a:latin typeface="Times New Roman"/>
              </a:rPr>
              <a:t>Student is always “pushing the boundaries”</a:t>
            </a:r>
            <a:endParaRPr b="0" lang="en-IN" sz="3600" strike="noStrike" u="none">
              <a:solidFill>
                <a:srgbClr val="000000"/>
              </a:solidFill>
              <a:effectLst/>
              <a:uFillTx/>
              <a:latin typeface="Times New Roman"/>
            </a:endParaRPr>
          </a:p>
          <a:p>
            <a:pPr marL="343080" indent="0">
              <a:spcBef>
                <a:spcPts val="9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6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Jester"/>
              </a:rPr>
              <a:t>Early-Stage Misbehavior</a:t>
            </a:r>
            <a:endParaRPr b="0" lang="en-IN" sz="4400" strike="noStrike" u="none">
              <a:solidFill>
                <a:srgbClr val="221304"/>
              </a:solidFill>
              <a:effectLst/>
              <a:uFillTx/>
              <a:latin typeface="Times New Roman"/>
            </a:endParaRPr>
          </a:p>
        </p:txBody>
      </p:sp>
      <p:sp>
        <p:nvSpPr>
          <p:cNvPr id="100"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fontScale="92500" lnSpcReduction="9999"/>
          </a:bodyPr>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Jester"/>
              </a:rPr>
              <a:t>For “Early-Stage” misbehaviors, be prepared to respond with one of a variety of correction strategies that are designed to provide information.</a:t>
            </a:r>
            <a:endParaRPr b="0" lang="en-IN" sz="3200" strike="noStrike" u="none">
              <a:solidFill>
                <a:srgbClr val="000000"/>
              </a:solidFill>
              <a:effectLst/>
              <a:uFillTx/>
              <a:latin typeface="Times New Roman"/>
            </a:endParaRPr>
          </a:p>
          <a:p>
            <a:pPr marL="343080" indent="-343080">
              <a:lnSpc>
                <a:spcPct val="100000"/>
              </a:lnSpc>
              <a:spcBef>
                <a:spcPts val="700"/>
              </a:spcBef>
              <a:buClr>
                <a:srgbClr val="000000"/>
              </a:buClr>
              <a:buFont typeface="Jester"/>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Jester"/>
              </a:rPr>
              <a:t>Student is irritating or annoying</a:t>
            </a:r>
            <a:endParaRPr b="0" lang="en-IN" sz="2800" strike="noStrike" u="none">
              <a:solidFill>
                <a:srgbClr val="000000"/>
              </a:solidFill>
              <a:effectLst/>
              <a:uFillTx/>
              <a:latin typeface="Times New Roman"/>
            </a:endParaRPr>
          </a:p>
          <a:p>
            <a:pPr marL="343080" indent="-343080">
              <a:lnSpc>
                <a:spcPct val="100000"/>
              </a:lnSpc>
              <a:spcBef>
                <a:spcPts val="700"/>
              </a:spcBef>
              <a:buClr>
                <a:srgbClr val="000000"/>
              </a:buClr>
              <a:buFont typeface="Jester"/>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Jester"/>
              </a:rPr>
              <a:t>Behavior doesn’t interfere with teaching</a:t>
            </a:r>
            <a:endParaRPr b="0" lang="en-IN" sz="2800" strike="noStrike" u="none">
              <a:solidFill>
                <a:srgbClr val="000000"/>
              </a:solidFill>
              <a:effectLst/>
              <a:uFillTx/>
              <a:latin typeface="Times New Roman"/>
            </a:endParaRPr>
          </a:p>
          <a:p>
            <a:pPr marL="343080" indent="-343080">
              <a:lnSpc>
                <a:spcPct val="100000"/>
              </a:lnSpc>
              <a:spcBef>
                <a:spcPts val="700"/>
              </a:spcBef>
              <a:buClr>
                <a:srgbClr val="000000"/>
              </a:buClr>
              <a:buFont typeface="Jester"/>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Jester"/>
              </a:rPr>
              <a:t>Student isn’t motivated</a:t>
            </a:r>
            <a:endParaRPr b="0" lang="en-IN" sz="2800" strike="noStrike" u="none">
              <a:solidFill>
                <a:srgbClr val="000000"/>
              </a:solidFill>
              <a:effectLst/>
              <a:uFillTx/>
              <a:latin typeface="Times New Roman"/>
            </a:endParaRPr>
          </a:p>
        </p:txBody>
      </p:sp>
    </p:spTree>
  </p:cSld>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01"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Early Stage /Mild Problems</a:t>
            </a:r>
            <a:br>
              <a:rPr sz="3200"/>
            </a:br>
            <a:endParaRPr b="0" lang="en-IN" sz="3200" strike="noStrike" u="none">
              <a:solidFill>
                <a:srgbClr val="221304"/>
              </a:solidFill>
              <a:effectLst/>
              <a:uFillTx/>
              <a:latin typeface="Times New Roman"/>
            </a:endParaRPr>
          </a:p>
        </p:txBody>
      </p:sp>
      <p:sp>
        <p:nvSpPr>
          <p:cNvPr id="102"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nSpc>
                <a:spcPct val="90000"/>
              </a:lnSpc>
              <a:spcBef>
                <a:spcPts val="70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Student should be made aware of the problem </a:t>
            </a:r>
            <a:endParaRPr b="0" lang="en-IN" sz="2800" strike="noStrike" u="none">
              <a:solidFill>
                <a:srgbClr val="000000"/>
              </a:solidFill>
              <a:effectLst/>
              <a:uFillTx/>
              <a:latin typeface="Times New Roman"/>
            </a:endParaRPr>
          </a:p>
          <a:p>
            <a:pPr marL="343080" indent="-343080">
              <a:lnSpc>
                <a:spcPct val="90000"/>
              </a:lnSpc>
              <a:spcBef>
                <a:spcPts val="70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Set a goal with student to change the behavior </a:t>
            </a:r>
            <a:endParaRPr b="0" lang="en-IN" sz="2800" strike="noStrike" u="none">
              <a:solidFill>
                <a:srgbClr val="000000"/>
              </a:solidFill>
              <a:effectLst/>
              <a:uFillTx/>
              <a:latin typeface="Times New Roman"/>
            </a:endParaRPr>
          </a:p>
          <a:p>
            <a:pPr marL="343080" indent="-343080">
              <a:lnSpc>
                <a:spcPct val="90000"/>
              </a:lnSpc>
              <a:spcBef>
                <a:spcPts val="70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Respond consistently to the inappropriate behavior</a:t>
            </a:r>
            <a:endParaRPr b="0" lang="en-IN" sz="2800" strike="noStrike" u="none">
              <a:solidFill>
                <a:srgbClr val="000000"/>
              </a:solidFill>
              <a:effectLst/>
              <a:uFillTx/>
              <a:latin typeface="Times New Roman"/>
            </a:endParaRPr>
          </a:p>
          <a:p>
            <a:pPr lvl="3" marL="1600200" indent="-228600">
              <a:lnSpc>
                <a:spcPct val="90000"/>
              </a:lnSpc>
              <a:spcBef>
                <a:spcPts val="451"/>
              </a:spcBef>
              <a:buClr>
                <a:srgbClr val="000000"/>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Signals</a:t>
            </a:r>
            <a:endParaRPr b="0" lang="en-IN" sz="1800" strike="noStrike" u="none">
              <a:solidFill>
                <a:srgbClr val="000000"/>
              </a:solidFill>
              <a:effectLst/>
              <a:uFillTx/>
              <a:latin typeface="Times New Roman"/>
            </a:endParaRPr>
          </a:p>
          <a:p>
            <a:pPr lvl="3" marL="1600200" indent="-228600">
              <a:lnSpc>
                <a:spcPct val="90000"/>
              </a:lnSpc>
              <a:spcBef>
                <a:spcPts val="451"/>
              </a:spcBef>
              <a:buClr>
                <a:srgbClr val="000000"/>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Verbal Reprimands</a:t>
            </a:r>
            <a:endParaRPr b="0" lang="en-IN" sz="1800" strike="noStrike" u="none">
              <a:solidFill>
                <a:srgbClr val="000000"/>
              </a:solidFill>
              <a:effectLst/>
              <a:uFillTx/>
              <a:latin typeface="Times New Roman"/>
            </a:endParaRPr>
          </a:p>
          <a:p>
            <a:pPr lvl="3" marL="1600200" indent="-228600">
              <a:lnSpc>
                <a:spcPct val="90000"/>
              </a:lnSpc>
              <a:spcBef>
                <a:spcPts val="451"/>
              </a:spcBef>
              <a:buClr>
                <a:srgbClr val="000000"/>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Consequence</a:t>
            </a:r>
            <a:endParaRPr b="0" lang="en-IN" sz="1800" strike="noStrike" u="none">
              <a:solidFill>
                <a:srgbClr val="000000"/>
              </a:solidFill>
              <a:effectLst/>
              <a:uFillTx/>
              <a:latin typeface="Times New Roman"/>
            </a:endParaRPr>
          </a:p>
          <a:p>
            <a:pPr marL="343080" indent="-343080">
              <a:lnSpc>
                <a:spcPct val="90000"/>
              </a:lnSpc>
              <a:spcBef>
                <a:spcPts val="70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Use reinforcement to encourage appropriate behavior</a:t>
            </a:r>
            <a:endParaRPr b="0" lang="en-IN" sz="2800" strike="noStrike" u="none">
              <a:solidFill>
                <a:srgbClr val="000000"/>
              </a:solidFill>
              <a:effectLst/>
              <a:uFillTx/>
              <a:latin typeface="Times New Roman"/>
            </a:endParaRPr>
          </a:p>
          <a:p>
            <a:pPr marL="343080" indent="-343080">
              <a:lnSpc>
                <a:spcPct val="90000"/>
              </a:lnSpc>
              <a:spcBef>
                <a:spcPts val="70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Frequent non-contingent attention</a:t>
            </a:r>
            <a:endParaRPr b="0" lang="en-IN" sz="2800" strike="noStrike" u="none">
              <a:solidFill>
                <a:srgbClr val="000000"/>
              </a:solidFill>
              <a:effectLst/>
              <a:uFillTx/>
              <a:latin typeface="Times New Roman"/>
            </a:endParaRPr>
          </a:p>
        </p:txBody>
      </p:sp>
    </p:spTree>
  </p:cSld>
  <p:timing>
    <p:tnLst>
      <p:par>
        <p:cTn id="208" dur="indefinite" restart="never" nodeType="tmRoot">
          <p:childTnLst>
            <p:seq>
              <p:cTn id="209" dur="indefinite" nodeType="mainSeq">
                <p:childTnLst>
                  <p:par>
                    <p:cTn id="210" fill="hold">
                      <p:stCondLst>
                        <p:cond delay="indefinite"/>
                      </p:stCondLst>
                      <p:childTnLst>
                        <p:par>
                          <p:cTn id="211" fill="hold">
                            <p:stCondLst>
                              <p:cond delay="0"/>
                            </p:stCondLst>
                            <p:childTnLst>
                              <p:par>
                                <p:cTn id="212" nodeType="clickEffect" fill="hold" presetClass="entr" presetID="1">
                                  <p:stCondLst>
                                    <p:cond delay="0"/>
                                  </p:stCondLst>
                                  <p:childTnLst>
                                    <p:set>
                                      <p:cBhvr>
                                        <p:cTn id="213" dur="1" fill="hold">
                                          <p:stCondLst>
                                            <p:cond delay="499"/>
                                          </p:stCondLst>
                                        </p:cTn>
                                        <p:tgtEl>
                                          <p:spTgt spid="102">
                                            <p:txEl>
                                              <p:pRg st="0" end="0"/>
                                            </p:txEl>
                                          </p:spTgt>
                                        </p:tgtEl>
                                        <p:attrNameLst>
                                          <p:attrName>style.visibility</p:attrName>
                                        </p:attrNameLst>
                                      </p:cBhvr>
                                      <p:to>
                                        <p:strVal val="visible"/>
                                      </p:to>
                                    </p:set>
                                  </p:childTnLst>
                                </p:cTn>
                              </p:par>
                            </p:childTnLst>
                          </p:cTn>
                        </p:par>
                      </p:childTnLst>
                    </p:cTn>
                  </p:par>
                  <p:par>
                    <p:cTn id="214" fill="hold">
                      <p:stCondLst>
                        <p:cond delay="indefinite"/>
                      </p:stCondLst>
                      <p:childTnLst>
                        <p:par>
                          <p:cTn id="215" fill="hold">
                            <p:stCondLst>
                              <p:cond delay="0"/>
                            </p:stCondLst>
                            <p:childTnLst>
                              <p:par>
                                <p:cTn id="216" nodeType="clickEffect" fill="hold" presetClass="entr" presetID="1">
                                  <p:stCondLst>
                                    <p:cond delay="0"/>
                                  </p:stCondLst>
                                  <p:childTnLst>
                                    <p:set>
                                      <p:cBhvr>
                                        <p:cTn id="217" dur="1" fill="hold">
                                          <p:stCondLst>
                                            <p:cond delay="499"/>
                                          </p:stCondLst>
                                        </p:cTn>
                                        <p:tgtEl>
                                          <p:spTgt spid="102">
                                            <p:txEl>
                                              <p:pRg st="1" end="1"/>
                                            </p:txEl>
                                          </p:spTgt>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nodeType="clickEffect" fill="hold" presetClass="entr" presetID="1">
                                  <p:stCondLst>
                                    <p:cond delay="0"/>
                                  </p:stCondLst>
                                  <p:childTnLst>
                                    <p:set>
                                      <p:cBhvr>
                                        <p:cTn id="221" dur="1" fill="hold">
                                          <p:stCondLst>
                                            <p:cond delay="499"/>
                                          </p:stCondLst>
                                        </p:cTn>
                                        <p:tgtEl>
                                          <p:spTgt spid="102">
                                            <p:txEl>
                                              <p:pRg st="2" end="2"/>
                                            </p:txEl>
                                          </p:spTgt>
                                        </p:tgtEl>
                                        <p:attrNameLst>
                                          <p:attrName>style.visibility</p:attrName>
                                        </p:attrNameLst>
                                      </p:cBhvr>
                                      <p:to>
                                        <p:strVal val="visible"/>
                                      </p:to>
                                    </p:set>
                                  </p:childTnLst>
                                </p:cTn>
                              </p:par>
                              <p:par>
                                <p:cTn id="222" nodeType="withEffect" fill="hold" presetClass="entr" presetID="1">
                                  <p:stCondLst>
                                    <p:cond delay="0"/>
                                  </p:stCondLst>
                                  <p:childTnLst>
                                    <p:set>
                                      <p:cBhvr>
                                        <p:cTn id="223" dur="1" fill="hold">
                                          <p:stCondLst>
                                            <p:cond delay="499"/>
                                          </p:stCondLst>
                                        </p:cTn>
                                        <p:tgtEl>
                                          <p:spTgt spid="102">
                                            <p:txEl>
                                              <p:pRg st="3" end="3"/>
                                            </p:txEl>
                                          </p:spTgt>
                                        </p:tgtEl>
                                        <p:attrNameLst>
                                          <p:attrName>style.visibility</p:attrName>
                                        </p:attrNameLst>
                                      </p:cBhvr>
                                      <p:to>
                                        <p:strVal val="visible"/>
                                      </p:to>
                                    </p:set>
                                  </p:childTnLst>
                                </p:cTn>
                              </p:par>
                              <p:par>
                                <p:cTn id="224" nodeType="withEffect" fill="hold" presetClass="entr" presetID="1">
                                  <p:stCondLst>
                                    <p:cond delay="0"/>
                                  </p:stCondLst>
                                  <p:childTnLst>
                                    <p:set>
                                      <p:cBhvr>
                                        <p:cTn id="225" dur="1" fill="hold">
                                          <p:stCondLst>
                                            <p:cond delay="499"/>
                                          </p:stCondLst>
                                        </p:cTn>
                                        <p:tgtEl>
                                          <p:spTgt spid="102">
                                            <p:txEl>
                                              <p:pRg st="4" end="4"/>
                                            </p:txEl>
                                          </p:spTgt>
                                        </p:tgtEl>
                                        <p:attrNameLst>
                                          <p:attrName>style.visibility</p:attrName>
                                        </p:attrNameLst>
                                      </p:cBhvr>
                                      <p:to>
                                        <p:strVal val="visible"/>
                                      </p:to>
                                    </p:set>
                                  </p:childTnLst>
                                </p:cTn>
                              </p:par>
                              <p:par>
                                <p:cTn id="226" nodeType="withEffect" fill="hold" presetClass="entr" presetID="1">
                                  <p:stCondLst>
                                    <p:cond delay="0"/>
                                  </p:stCondLst>
                                  <p:childTnLst>
                                    <p:set>
                                      <p:cBhvr>
                                        <p:cTn id="227" dur="1" fill="hold">
                                          <p:stCondLst>
                                            <p:cond delay="499"/>
                                          </p:stCondLst>
                                        </p:cTn>
                                        <p:tgtEl>
                                          <p:spTgt spid="102">
                                            <p:txEl>
                                              <p:pRg st="5" end="5"/>
                                            </p:txEl>
                                          </p:spTgt>
                                        </p:tgtEl>
                                        <p:attrNameLst>
                                          <p:attrName>style.visibility</p:attrName>
                                        </p:attrNameLst>
                                      </p:cBhvr>
                                      <p:to>
                                        <p:strVal val="visible"/>
                                      </p:to>
                                    </p:set>
                                  </p:childTnLst>
                                </p:cTn>
                              </p:par>
                            </p:childTnLst>
                          </p:cTn>
                        </p:par>
                      </p:childTnLst>
                    </p:cTn>
                  </p:par>
                  <p:par>
                    <p:cTn id="228" fill="hold">
                      <p:stCondLst>
                        <p:cond delay="indefinite"/>
                      </p:stCondLst>
                      <p:childTnLst>
                        <p:par>
                          <p:cTn id="229" fill="hold">
                            <p:stCondLst>
                              <p:cond delay="0"/>
                            </p:stCondLst>
                            <p:childTnLst>
                              <p:par>
                                <p:cTn id="230" nodeType="clickEffect" fill="hold" presetClass="entr" presetID="1">
                                  <p:stCondLst>
                                    <p:cond delay="0"/>
                                  </p:stCondLst>
                                  <p:childTnLst>
                                    <p:set>
                                      <p:cBhvr>
                                        <p:cTn id="231" dur="1" fill="hold">
                                          <p:stCondLst>
                                            <p:cond delay="499"/>
                                          </p:stCondLst>
                                        </p:cTn>
                                        <p:tgtEl>
                                          <p:spTgt spid="102">
                                            <p:txEl>
                                              <p:pRg st="6" end="6"/>
                                            </p:txEl>
                                          </p:spTgt>
                                        </p:tgtEl>
                                        <p:attrNameLst>
                                          <p:attrName>style.visibility</p:attrName>
                                        </p:attrNameLst>
                                      </p:cBhvr>
                                      <p:to>
                                        <p:strVal val="visible"/>
                                      </p:to>
                                    </p:set>
                                  </p:childTnLst>
                                </p:cTn>
                              </p:par>
                            </p:childTnLst>
                          </p:cTn>
                        </p:par>
                      </p:childTnLst>
                    </p:cTn>
                  </p:par>
                  <p:par>
                    <p:cTn id="232" fill="hold">
                      <p:stCondLst>
                        <p:cond delay="indefinite"/>
                      </p:stCondLst>
                      <p:childTnLst>
                        <p:par>
                          <p:cTn id="233" fill="hold">
                            <p:stCondLst>
                              <p:cond delay="0"/>
                            </p:stCondLst>
                            <p:childTnLst>
                              <p:par>
                                <p:cTn id="234" nodeType="clickEffect" fill="hold" presetClass="entr" presetID="1">
                                  <p:stCondLst>
                                    <p:cond delay="0"/>
                                  </p:stCondLst>
                                  <p:childTnLst>
                                    <p:set>
                                      <p:cBhvr>
                                        <p:cTn id="235" dur="1" fill="hold">
                                          <p:stCondLst>
                                            <p:cond delay="499"/>
                                          </p:stCondLst>
                                        </p:cTn>
                                        <p:tgtEl>
                                          <p:spTgt spid="102">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Jester"/>
              </a:rPr>
              <a:t>Menu of Early-Stage Corrections</a:t>
            </a:r>
            <a:endParaRPr b="0" lang="en-IN" sz="4400" strike="noStrike" u="none">
              <a:solidFill>
                <a:srgbClr val="221304"/>
              </a:solidFill>
              <a:effectLst/>
              <a:uFillTx/>
              <a:latin typeface="Times New Roman"/>
            </a:endParaRPr>
          </a:p>
        </p:txBody>
      </p:sp>
      <p:sp>
        <p:nvSpPr>
          <p:cNvPr id="104" name="PlaceHolder 2"/>
          <p:cNvSpPr>
            <a:spLocks noGrp="1"/>
          </p:cNvSpPr>
          <p:nvPr>
            <p:ph/>
          </p:nvPr>
        </p:nvSpPr>
        <p:spPr>
          <a:xfrm>
            <a:off x="1066320" y="1523880"/>
            <a:ext cx="7620120" cy="4114800"/>
          </a:xfrm>
          <a:prstGeom prst="rect">
            <a:avLst/>
          </a:prstGeom>
          <a:noFill/>
          <a:ln w="0">
            <a:noFill/>
          </a:ln>
        </p:spPr>
        <p:txBody>
          <a:bodyPr lIns="90000" rIns="90000" tIns="46800" bIns="46800" anchor="t">
            <a:normAutofit fontScale="92500" lnSpcReduction="19999"/>
          </a:bodyPr>
          <a:p>
            <a:pPr marL="343080" indent="-343080">
              <a:lnSpc>
                <a:spcPct val="90000"/>
              </a:lnSpc>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Proximity</a:t>
            </a:r>
            <a:endParaRPr b="0" lang="en-IN" sz="1800" strike="noStrike" u="none">
              <a:solidFill>
                <a:srgbClr val="000000"/>
              </a:solidFill>
              <a:effectLst/>
              <a:uFillTx/>
              <a:latin typeface="Times New Roman"/>
            </a:endParaRPr>
          </a:p>
          <a:p>
            <a:pPr marL="343080" indent="-343080">
              <a:lnSpc>
                <a:spcPct val="90000"/>
              </a:lnSpc>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Gentle verbal reprimand</a:t>
            </a:r>
            <a:endParaRPr b="0" lang="en-IN" sz="1800" strike="noStrike" u="none">
              <a:solidFill>
                <a:srgbClr val="000000"/>
              </a:solidFill>
              <a:effectLst/>
              <a:uFillTx/>
              <a:latin typeface="Times New Roman"/>
            </a:endParaRPr>
          </a:p>
          <a:p>
            <a:pPr marL="343080" indent="-343080">
              <a:lnSpc>
                <a:spcPct val="90000"/>
              </a:lnSpc>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Discussion</a:t>
            </a:r>
            <a:endParaRPr b="0" lang="en-IN" sz="1800" strike="noStrike" u="none">
              <a:solidFill>
                <a:srgbClr val="000000"/>
              </a:solidFill>
              <a:effectLst/>
              <a:uFillTx/>
              <a:latin typeface="Times New Roman"/>
            </a:endParaRPr>
          </a:p>
          <a:p>
            <a:pPr marL="343080" indent="-343080">
              <a:lnSpc>
                <a:spcPct val="90000"/>
              </a:lnSpc>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Family Contact</a:t>
            </a:r>
            <a:endParaRPr b="0" lang="en-IN" sz="1800" strike="noStrike" u="none">
              <a:solidFill>
                <a:srgbClr val="000000"/>
              </a:solidFill>
              <a:effectLst/>
              <a:uFillTx/>
              <a:latin typeface="Times New Roman"/>
            </a:endParaRPr>
          </a:p>
          <a:p>
            <a:pPr marL="343080" indent="-343080">
              <a:lnSpc>
                <a:spcPct val="90000"/>
              </a:lnSpc>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Humor</a:t>
            </a:r>
            <a:endParaRPr b="0" lang="en-IN" sz="1800" strike="noStrike" u="none">
              <a:solidFill>
                <a:srgbClr val="000000"/>
              </a:solidFill>
              <a:effectLst/>
              <a:uFillTx/>
              <a:latin typeface="Times New Roman"/>
            </a:endParaRPr>
          </a:p>
          <a:p>
            <a:pPr marL="343080" indent="-343080">
              <a:lnSpc>
                <a:spcPct val="90000"/>
              </a:lnSpc>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Praise someone behaving responsibly</a:t>
            </a:r>
            <a:endParaRPr b="0" lang="en-IN" sz="1800" strike="noStrike" u="none">
              <a:solidFill>
                <a:srgbClr val="000000"/>
              </a:solidFill>
              <a:effectLst/>
              <a:uFillTx/>
              <a:latin typeface="Times New Roman"/>
            </a:endParaRPr>
          </a:p>
          <a:p>
            <a:pPr marL="343080" indent="-343080">
              <a:lnSpc>
                <a:spcPct val="90000"/>
              </a:lnSpc>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Restitution</a:t>
            </a:r>
            <a:endParaRPr b="0" lang="en-IN" sz="1800" strike="noStrike" u="none">
              <a:solidFill>
                <a:srgbClr val="000000"/>
              </a:solidFill>
              <a:effectLst/>
              <a:uFillTx/>
              <a:latin typeface="Times New Roman"/>
            </a:endParaRPr>
          </a:p>
          <a:p>
            <a:pPr marL="343080" indent="-343080">
              <a:lnSpc>
                <a:spcPct val="90000"/>
              </a:lnSpc>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An emotional reaction</a:t>
            </a:r>
            <a:endParaRPr b="0" lang="en-IN" sz="1800" strike="noStrike" u="none">
              <a:solidFill>
                <a:srgbClr val="000000"/>
              </a:solidFill>
              <a:effectLst/>
              <a:uFillTx/>
              <a:latin typeface="Times New Roman"/>
            </a:endParaRPr>
          </a:p>
          <a:p>
            <a:pPr lvl="2" marL="1143000" indent="-228600">
              <a:lnSpc>
                <a:spcPct val="9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Use planned Ignoring</a:t>
            </a:r>
            <a:endParaRPr b="0" lang="en-IN" sz="1800" strike="noStrike" u="none">
              <a:solidFill>
                <a:srgbClr val="000000"/>
              </a:solidFill>
              <a:effectLst/>
              <a:uFillTx/>
              <a:latin typeface="Times New Roman"/>
            </a:endParaRPr>
          </a:p>
          <a:p>
            <a:pPr lvl="2" marL="1143000" indent="-228600">
              <a:lnSpc>
                <a:spcPct val="9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If behavior is severe and/or affects other students, implement consequences</a:t>
            </a:r>
            <a:endParaRPr b="0" lang="en-IN" sz="1800" strike="noStrike" u="none">
              <a:solidFill>
                <a:srgbClr val="000000"/>
              </a:solidFill>
              <a:effectLst/>
              <a:uFillTx/>
              <a:latin typeface="Times New Roman"/>
            </a:endParaRPr>
          </a:p>
          <a:p>
            <a:pPr lvl="2" marL="1143000" indent="-228600">
              <a:lnSpc>
                <a:spcPct val="9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If other students give the target student attention, gently correct them.</a:t>
            </a:r>
            <a:endParaRPr b="0" lang="en-IN" sz="1800" strike="noStrike" u="none">
              <a:solidFill>
                <a:srgbClr val="000000"/>
              </a:solidFill>
              <a:effectLst/>
              <a:uFillTx/>
              <a:latin typeface="Times New Roman"/>
            </a:endParaRPr>
          </a:p>
          <a:p>
            <a:pPr marL="343080" indent="-343080">
              <a:lnSpc>
                <a:spcPct val="90000"/>
              </a:lnSpc>
              <a:spcBef>
                <a:spcPts val="45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Comic Sans MS"/>
              </a:rPr>
              <a:t>Use reinforcement to encourage appropriate behavior</a:t>
            </a:r>
            <a:endParaRPr b="0" lang="en-IN" sz="1800" strike="noStrike" u="none">
              <a:solidFill>
                <a:srgbClr val="000000"/>
              </a:solidFill>
              <a:effectLst/>
              <a:uFillTx/>
              <a:latin typeface="Times New Roman"/>
            </a:endParaRPr>
          </a:p>
          <a:p>
            <a:pPr lvl="2" marL="1143000" indent="-228600">
              <a:lnSpc>
                <a:spcPct val="9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Use frequent praise and attention</a:t>
            </a:r>
            <a:endParaRPr b="0" lang="en-IN" sz="1800" strike="noStrike" u="none">
              <a:solidFill>
                <a:srgbClr val="000000"/>
              </a:solidFill>
              <a:effectLst/>
              <a:uFillTx/>
              <a:latin typeface="Times New Roman"/>
            </a:endParaRPr>
          </a:p>
          <a:p>
            <a:pPr lvl="2" marL="1143000" indent="-228600">
              <a:lnSpc>
                <a:spcPct val="9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Use intermittent reinforcement</a:t>
            </a:r>
            <a:endParaRPr b="0" lang="en-IN" sz="1800" strike="noStrike" u="none">
              <a:solidFill>
                <a:srgbClr val="000000"/>
              </a:solidFill>
              <a:effectLst/>
              <a:uFillTx/>
              <a:latin typeface="Times New Roman"/>
            </a:endParaRPr>
          </a:p>
          <a:p>
            <a:pPr lvl="2" marL="1143000" indent="-228600">
              <a:lnSpc>
                <a:spcPct val="9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Ensure a 3 to 1 Ratio of positive to negative</a:t>
            </a:r>
            <a:endParaRPr b="0" lang="en-IN" sz="1800" strike="noStrike" u="none">
              <a:solidFill>
                <a:srgbClr val="000000"/>
              </a:solidFill>
              <a:effectLst/>
              <a:uFillTx/>
              <a:latin typeface="Times New Roman"/>
            </a:endParaRPr>
          </a:p>
          <a:p>
            <a:pPr lvl="2" marL="1143000" indent="-228600">
              <a:lnSpc>
                <a:spcPct val="90000"/>
              </a:lnSpc>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p:txBody>
      </p:sp>
    </p:spTree>
  </p:cSld>
  <p:timing>
    <p:tnLst>
      <p:par>
        <p:cTn id="236" dur="indefinite" restart="never" nodeType="tmRoot">
          <p:childTnLst>
            <p:seq>
              <p:cTn id="237" dur="indefinite" nodeType="mainSeq">
                <p:childTnLst>
                  <p:par>
                    <p:cTn id="238" fill="hold">
                      <p:stCondLst>
                        <p:cond delay="indefinite"/>
                      </p:stCondLst>
                      <p:childTnLst>
                        <p:par>
                          <p:cTn id="239" fill="hold">
                            <p:stCondLst>
                              <p:cond delay="0"/>
                            </p:stCondLst>
                            <p:childTnLst>
                              <p:par>
                                <p:cTn id="240" nodeType="clickEffect" fill="hold" presetClass="entr" presetID="1">
                                  <p:stCondLst>
                                    <p:cond delay="0"/>
                                  </p:stCondLst>
                                  <p:childTnLst>
                                    <p:set>
                                      <p:cBhvr>
                                        <p:cTn id="241" dur="1" fill="hold">
                                          <p:stCondLst>
                                            <p:cond delay="499"/>
                                          </p:stCondLst>
                                        </p:cTn>
                                        <p:tgtEl>
                                          <p:spTgt spid="104">
                                            <p:txEl>
                                              <p:pRg st="0" end="0"/>
                                            </p:txEl>
                                          </p:spTgt>
                                        </p:tgtEl>
                                        <p:attrNameLst>
                                          <p:attrName>style.visibility</p:attrName>
                                        </p:attrNameLst>
                                      </p:cBhvr>
                                      <p:to>
                                        <p:strVal val="visible"/>
                                      </p:to>
                                    </p:set>
                                  </p:childTnLst>
                                </p:cTn>
                              </p:par>
                            </p:childTnLst>
                          </p:cTn>
                        </p:par>
                      </p:childTnLst>
                    </p:cTn>
                  </p:par>
                  <p:par>
                    <p:cTn id="242" fill="hold">
                      <p:stCondLst>
                        <p:cond delay="indefinite"/>
                      </p:stCondLst>
                      <p:childTnLst>
                        <p:par>
                          <p:cTn id="243" fill="hold">
                            <p:stCondLst>
                              <p:cond delay="0"/>
                            </p:stCondLst>
                            <p:childTnLst>
                              <p:par>
                                <p:cTn id="244" nodeType="clickEffect" fill="hold" presetClass="entr" presetID="1">
                                  <p:stCondLst>
                                    <p:cond delay="0"/>
                                  </p:stCondLst>
                                  <p:childTnLst>
                                    <p:set>
                                      <p:cBhvr>
                                        <p:cTn id="245" dur="1" fill="hold">
                                          <p:stCondLst>
                                            <p:cond delay="499"/>
                                          </p:stCondLst>
                                        </p:cTn>
                                        <p:tgtEl>
                                          <p:spTgt spid="104">
                                            <p:txEl>
                                              <p:pRg st="1" end="1"/>
                                            </p:txEl>
                                          </p:spTgt>
                                        </p:tgtEl>
                                        <p:attrNameLst>
                                          <p:attrName>style.visibility</p:attrName>
                                        </p:attrNameLst>
                                      </p:cBhvr>
                                      <p:to>
                                        <p:strVal val="visible"/>
                                      </p:to>
                                    </p:set>
                                  </p:childTnLst>
                                </p:cTn>
                              </p:par>
                            </p:childTnLst>
                          </p:cTn>
                        </p:par>
                      </p:childTnLst>
                    </p:cTn>
                  </p:par>
                  <p:par>
                    <p:cTn id="246" fill="hold">
                      <p:stCondLst>
                        <p:cond delay="indefinite"/>
                      </p:stCondLst>
                      <p:childTnLst>
                        <p:par>
                          <p:cTn id="247" fill="hold">
                            <p:stCondLst>
                              <p:cond delay="0"/>
                            </p:stCondLst>
                            <p:childTnLst>
                              <p:par>
                                <p:cTn id="248" nodeType="clickEffect" fill="hold" presetClass="entr" presetID="1">
                                  <p:stCondLst>
                                    <p:cond delay="0"/>
                                  </p:stCondLst>
                                  <p:childTnLst>
                                    <p:set>
                                      <p:cBhvr>
                                        <p:cTn id="249" dur="1" fill="hold">
                                          <p:stCondLst>
                                            <p:cond delay="499"/>
                                          </p:stCondLst>
                                        </p:cTn>
                                        <p:tgtEl>
                                          <p:spTgt spid="104">
                                            <p:txEl>
                                              <p:pRg st="2" end="2"/>
                                            </p:txEl>
                                          </p:spTgt>
                                        </p:tgtEl>
                                        <p:attrNameLst>
                                          <p:attrName>style.visibility</p:attrName>
                                        </p:attrNameLst>
                                      </p:cBhvr>
                                      <p:to>
                                        <p:strVal val="visible"/>
                                      </p:to>
                                    </p:set>
                                  </p:childTnLst>
                                </p:cTn>
                              </p:par>
                            </p:childTnLst>
                          </p:cTn>
                        </p:par>
                      </p:childTnLst>
                    </p:cTn>
                  </p:par>
                  <p:par>
                    <p:cTn id="250" fill="hold">
                      <p:stCondLst>
                        <p:cond delay="indefinite"/>
                      </p:stCondLst>
                      <p:childTnLst>
                        <p:par>
                          <p:cTn id="251" fill="hold">
                            <p:stCondLst>
                              <p:cond delay="0"/>
                            </p:stCondLst>
                            <p:childTnLst>
                              <p:par>
                                <p:cTn id="252" nodeType="clickEffect" fill="hold" presetClass="entr" presetID="1">
                                  <p:stCondLst>
                                    <p:cond delay="0"/>
                                  </p:stCondLst>
                                  <p:childTnLst>
                                    <p:set>
                                      <p:cBhvr>
                                        <p:cTn id="253" dur="1" fill="hold">
                                          <p:stCondLst>
                                            <p:cond delay="499"/>
                                          </p:stCondLst>
                                        </p:cTn>
                                        <p:tgtEl>
                                          <p:spTgt spid="104">
                                            <p:txEl>
                                              <p:pRg st="3" end="3"/>
                                            </p:txEl>
                                          </p:spTgt>
                                        </p:tgtEl>
                                        <p:attrNameLst>
                                          <p:attrName>style.visibility</p:attrName>
                                        </p:attrNameLst>
                                      </p:cBhvr>
                                      <p:to>
                                        <p:strVal val="visible"/>
                                      </p:to>
                                    </p:set>
                                  </p:childTnLst>
                                </p:cTn>
                              </p:par>
                            </p:childTnLst>
                          </p:cTn>
                        </p:par>
                      </p:childTnLst>
                    </p:cTn>
                  </p:par>
                  <p:par>
                    <p:cTn id="254" fill="hold">
                      <p:stCondLst>
                        <p:cond delay="indefinite"/>
                      </p:stCondLst>
                      <p:childTnLst>
                        <p:par>
                          <p:cTn id="255" fill="hold">
                            <p:stCondLst>
                              <p:cond delay="0"/>
                            </p:stCondLst>
                            <p:childTnLst>
                              <p:par>
                                <p:cTn id="256" nodeType="clickEffect" fill="hold" presetClass="entr" presetID="1">
                                  <p:stCondLst>
                                    <p:cond delay="0"/>
                                  </p:stCondLst>
                                  <p:childTnLst>
                                    <p:set>
                                      <p:cBhvr>
                                        <p:cTn id="257" dur="1" fill="hold">
                                          <p:stCondLst>
                                            <p:cond delay="499"/>
                                          </p:stCondLst>
                                        </p:cTn>
                                        <p:tgtEl>
                                          <p:spTgt spid="104">
                                            <p:txEl>
                                              <p:pRg st="4" end="4"/>
                                            </p:txEl>
                                          </p:spTgt>
                                        </p:tgtEl>
                                        <p:attrNameLst>
                                          <p:attrName>style.visibility</p:attrName>
                                        </p:attrNameLst>
                                      </p:cBhvr>
                                      <p:to>
                                        <p:strVal val="visible"/>
                                      </p:to>
                                    </p:set>
                                  </p:childTnLst>
                                </p:cTn>
                              </p:par>
                            </p:childTnLst>
                          </p:cTn>
                        </p:par>
                      </p:childTnLst>
                    </p:cTn>
                  </p:par>
                  <p:par>
                    <p:cTn id="258" fill="hold">
                      <p:stCondLst>
                        <p:cond delay="indefinite"/>
                      </p:stCondLst>
                      <p:childTnLst>
                        <p:par>
                          <p:cTn id="259" fill="hold">
                            <p:stCondLst>
                              <p:cond delay="0"/>
                            </p:stCondLst>
                            <p:childTnLst>
                              <p:par>
                                <p:cTn id="260" nodeType="clickEffect" fill="hold" presetClass="entr" presetID="1">
                                  <p:stCondLst>
                                    <p:cond delay="0"/>
                                  </p:stCondLst>
                                  <p:childTnLst>
                                    <p:set>
                                      <p:cBhvr>
                                        <p:cTn id="261" dur="1" fill="hold">
                                          <p:stCondLst>
                                            <p:cond delay="499"/>
                                          </p:stCondLst>
                                        </p:cTn>
                                        <p:tgtEl>
                                          <p:spTgt spid="104">
                                            <p:txEl>
                                              <p:pRg st="5" end="5"/>
                                            </p:txEl>
                                          </p:spTgt>
                                        </p:tgtEl>
                                        <p:attrNameLst>
                                          <p:attrName>style.visibility</p:attrName>
                                        </p:attrNameLst>
                                      </p:cBhvr>
                                      <p:to>
                                        <p:strVal val="visible"/>
                                      </p:to>
                                    </p:set>
                                  </p:childTnLst>
                                </p:cTn>
                              </p:par>
                            </p:childTnLst>
                          </p:cTn>
                        </p:par>
                      </p:childTnLst>
                    </p:cTn>
                  </p:par>
                  <p:par>
                    <p:cTn id="262" fill="hold">
                      <p:stCondLst>
                        <p:cond delay="indefinite"/>
                      </p:stCondLst>
                      <p:childTnLst>
                        <p:par>
                          <p:cTn id="263" fill="hold">
                            <p:stCondLst>
                              <p:cond delay="0"/>
                            </p:stCondLst>
                            <p:childTnLst>
                              <p:par>
                                <p:cTn id="264" nodeType="clickEffect" fill="hold" presetClass="entr" presetID="1">
                                  <p:stCondLst>
                                    <p:cond delay="0"/>
                                  </p:stCondLst>
                                  <p:childTnLst>
                                    <p:set>
                                      <p:cBhvr>
                                        <p:cTn id="265" dur="1" fill="hold">
                                          <p:stCondLst>
                                            <p:cond delay="499"/>
                                          </p:stCondLst>
                                        </p:cTn>
                                        <p:tgtEl>
                                          <p:spTgt spid="104">
                                            <p:txEl>
                                              <p:pRg st="6" end="6"/>
                                            </p:txEl>
                                          </p:spTgt>
                                        </p:tgtEl>
                                        <p:attrNameLst>
                                          <p:attrName>style.visibility</p:attrName>
                                        </p:attrNameLst>
                                      </p:cBhvr>
                                      <p:to>
                                        <p:strVal val="visible"/>
                                      </p:to>
                                    </p:set>
                                  </p:childTnLst>
                                </p:cTn>
                              </p:par>
                            </p:childTnLst>
                          </p:cTn>
                        </p:par>
                      </p:childTnLst>
                    </p:cTn>
                  </p:par>
                  <p:par>
                    <p:cTn id="266" fill="hold">
                      <p:stCondLst>
                        <p:cond delay="indefinite"/>
                      </p:stCondLst>
                      <p:childTnLst>
                        <p:par>
                          <p:cTn id="267" fill="hold">
                            <p:stCondLst>
                              <p:cond delay="0"/>
                            </p:stCondLst>
                            <p:childTnLst>
                              <p:par>
                                <p:cTn id="268" nodeType="clickEffect" fill="hold" presetClass="entr" presetID="1">
                                  <p:stCondLst>
                                    <p:cond delay="0"/>
                                  </p:stCondLst>
                                  <p:childTnLst>
                                    <p:set>
                                      <p:cBhvr>
                                        <p:cTn id="269" dur="1" fill="hold">
                                          <p:stCondLst>
                                            <p:cond delay="499"/>
                                          </p:stCondLst>
                                        </p:cTn>
                                        <p:tgtEl>
                                          <p:spTgt spid="104">
                                            <p:txEl>
                                              <p:pRg st="7" end="7"/>
                                            </p:txEl>
                                          </p:spTgt>
                                        </p:tgtEl>
                                        <p:attrNameLst>
                                          <p:attrName>style.visibility</p:attrName>
                                        </p:attrNameLst>
                                      </p:cBhvr>
                                      <p:to>
                                        <p:strVal val="visible"/>
                                      </p:to>
                                    </p:set>
                                  </p:childTnLst>
                                </p:cTn>
                              </p:par>
                              <p:par>
                                <p:cTn id="270" nodeType="withEffect" fill="hold" presetClass="entr" presetID="1">
                                  <p:stCondLst>
                                    <p:cond delay="0"/>
                                  </p:stCondLst>
                                  <p:childTnLst>
                                    <p:set>
                                      <p:cBhvr>
                                        <p:cTn id="271" dur="1" fill="hold">
                                          <p:stCondLst>
                                            <p:cond delay="499"/>
                                          </p:stCondLst>
                                        </p:cTn>
                                        <p:tgtEl>
                                          <p:spTgt spid="104">
                                            <p:txEl>
                                              <p:pRg st="8" end="8"/>
                                            </p:txEl>
                                          </p:spTgt>
                                        </p:tgtEl>
                                        <p:attrNameLst>
                                          <p:attrName>style.visibility</p:attrName>
                                        </p:attrNameLst>
                                      </p:cBhvr>
                                      <p:to>
                                        <p:strVal val="visible"/>
                                      </p:to>
                                    </p:set>
                                  </p:childTnLst>
                                </p:cTn>
                              </p:par>
                              <p:par>
                                <p:cTn id="272" nodeType="withEffect" fill="hold" presetClass="entr" presetID="1">
                                  <p:stCondLst>
                                    <p:cond delay="0"/>
                                  </p:stCondLst>
                                  <p:childTnLst>
                                    <p:set>
                                      <p:cBhvr>
                                        <p:cTn id="273" dur="1" fill="hold">
                                          <p:stCondLst>
                                            <p:cond delay="499"/>
                                          </p:stCondLst>
                                        </p:cTn>
                                        <p:tgtEl>
                                          <p:spTgt spid="104">
                                            <p:txEl>
                                              <p:pRg st="9" end="9"/>
                                            </p:txEl>
                                          </p:spTgt>
                                        </p:tgtEl>
                                        <p:attrNameLst>
                                          <p:attrName>style.visibility</p:attrName>
                                        </p:attrNameLst>
                                      </p:cBhvr>
                                      <p:to>
                                        <p:strVal val="visible"/>
                                      </p:to>
                                    </p:set>
                                  </p:childTnLst>
                                </p:cTn>
                              </p:par>
                              <p:par>
                                <p:cTn id="274" nodeType="withEffect" fill="hold" presetClass="entr" presetID="1">
                                  <p:stCondLst>
                                    <p:cond delay="0"/>
                                  </p:stCondLst>
                                  <p:childTnLst>
                                    <p:set>
                                      <p:cBhvr>
                                        <p:cTn id="275" dur="1" fill="hold">
                                          <p:stCondLst>
                                            <p:cond delay="499"/>
                                          </p:stCondLst>
                                        </p:cTn>
                                        <p:tgtEl>
                                          <p:spTgt spid="104">
                                            <p:txEl>
                                              <p:pRg st="10" end="10"/>
                                            </p:txEl>
                                          </p:spTgt>
                                        </p:tgtEl>
                                        <p:attrNameLst>
                                          <p:attrName>style.visibility</p:attrName>
                                        </p:attrNameLst>
                                      </p:cBhvr>
                                      <p:to>
                                        <p:strVal val="visible"/>
                                      </p:to>
                                    </p:set>
                                  </p:childTnLst>
                                </p:cTn>
                              </p:par>
                            </p:childTnLst>
                          </p:cTn>
                        </p:par>
                      </p:childTnLst>
                    </p:cTn>
                  </p:par>
                  <p:par>
                    <p:cTn id="276" fill="hold">
                      <p:stCondLst>
                        <p:cond delay="indefinite"/>
                      </p:stCondLst>
                      <p:childTnLst>
                        <p:par>
                          <p:cTn id="277" fill="hold">
                            <p:stCondLst>
                              <p:cond delay="0"/>
                            </p:stCondLst>
                            <p:childTnLst>
                              <p:par>
                                <p:cTn id="278" nodeType="clickEffect" fill="hold" presetClass="entr" presetID="1">
                                  <p:stCondLst>
                                    <p:cond delay="0"/>
                                  </p:stCondLst>
                                  <p:childTnLst>
                                    <p:set>
                                      <p:cBhvr>
                                        <p:cTn id="279" dur="1" fill="hold">
                                          <p:stCondLst>
                                            <p:cond delay="499"/>
                                          </p:stCondLst>
                                        </p:cTn>
                                        <p:tgtEl>
                                          <p:spTgt spid="104">
                                            <p:txEl>
                                              <p:pRg st="11" end="11"/>
                                            </p:txEl>
                                          </p:spTgt>
                                        </p:tgtEl>
                                        <p:attrNameLst>
                                          <p:attrName>style.visibility</p:attrName>
                                        </p:attrNameLst>
                                      </p:cBhvr>
                                      <p:to>
                                        <p:strVal val="visible"/>
                                      </p:to>
                                    </p:set>
                                  </p:childTnLst>
                                </p:cTn>
                              </p:par>
                              <p:par>
                                <p:cTn id="280" nodeType="withEffect" fill="hold" presetClass="entr" presetID="1">
                                  <p:stCondLst>
                                    <p:cond delay="0"/>
                                  </p:stCondLst>
                                  <p:childTnLst>
                                    <p:set>
                                      <p:cBhvr>
                                        <p:cTn id="281" dur="1" fill="hold">
                                          <p:stCondLst>
                                            <p:cond delay="499"/>
                                          </p:stCondLst>
                                        </p:cTn>
                                        <p:tgtEl>
                                          <p:spTgt spid="104">
                                            <p:txEl>
                                              <p:pRg st="12" end="12"/>
                                            </p:txEl>
                                          </p:spTgt>
                                        </p:tgtEl>
                                        <p:attrNameLst>
                                          <p:attrName>style.visibility</p:attrName>
                                        </p:attrNameLst>
                                      </p:cBhvr>
                                      <p:to>
                                        <p:strVal val="visible"/>
                                      </p:to>
                                    </p:set>
                                  </p:childTnLst>
                                </p:cTn>
                              </p:par>
                              <p:par>
                                <p:cTn id="282" nodeType="withEffect" fill="hold" presetClass="entr" presetID="1">
                                  <p:stCondLst>
                                    <p:cond delay="0"/>
                                  </p:stCondLst>
                                  <p:childTnLst>
                                    <p:set>
                                      <p:cBhvr>
                                        <p:cTn id="283" dur="1" fill="hold">
                                          <p:stCondLst>
                                            <p:cond delay="499"/>
                                          </p:stCondLst>
                                        </p:cTn>
                                        <p:tgtEl>
                                          <p:spTgt spid="104">
                                            <p:txEl>
                                              <p:pRg st="13" end="13"/>
                                            </p:txEl>
                                          </p:spTgt>
                                        </p:tgtEl>
                                        <p:attrNameLst>
                                          <p:attrName>style.visibility</p:attrName>
                                        </p:attrNameLst>
                                      </p:cBhvr>
                                      <p:to>
                                        <p:strVal val="visible"/>
                                      </p:to>
                                    </p:set>
                                  </p:childTnLst>
                                </p:cTn>
                              </p:par>
                              <p:par>
                                <p:cTn id="284" nodeType="withEffect" fill="hold" presetClass="entr" presetID="1">
                                  <p:stCondLst>
                                    <p:cond delay="0"/>
                                  </p:stCondLst>
                                  <p:childTnLst>
                                    <p:set>
                                      <p:cBhvr>
                                        <p:cTn id="285" dur="1" fill="hold">
                                          <p:stCondLst>
                                            <p:cond delay="499"/>
                                          </p:stCondLst>
                                        </p:cTn>
                                        <p:tgtEl>
                                          <p:spTgt spid="104">
                                            <p:txEl>
                                              <p:pRg st="14" end="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Jester"/>
              </a:rPr>
              <a:t>Awareness Type Misbehaviors</a:t>
            </a:r>
            <a:endParaRPr b="0" lang="en-IN" sz="4400" strike="noStrike" u="none">
              <a:solidFill>
                <a:srgbClr val="221304"/>
              </a:solidFill>
              <a:effectLst/>
              <a:uFillTx/>
              <a:latin typeface="Times New Roman"/>
            </a:endParaRPr>
          </a:p>
        </p:txBody>
      </p:sp>
      <p:sp>
        <p:nvSpPr>
          <p:cNvPr id="106"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Jester"/>
              </a:rPr>
              <a:t>For ongoing misbehavior that stem from students’ lack of awareness of when/how much they are misbehaving, be prepared to develop and implement an intervention plan that includes increasing their awareness of their behavior.</a:t>
            </a:r>
            <a:endParaRPr b="0" lang="en-IN" sz="3200" strike="noStrike" u="none">
              <a:solidFill>
                <a:srgbClr val="000000"/>
              </a:solidFill>
              <a:effectLst/>
              <a:uFillTx/>
              <a:latin typeface="Times New Roman"/>
            </a:endParaRPr>
          </a:p>
        </p:txBody>
      </p:sp>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1066320" y="380520"/>
            <a:ext cx="7620120" cy="7225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Awareness Type Misbehaviors</a:t>
            </a:r>
            <a:endParaRPr b="0" lang="en-IN" sz="4400" strike="noStrike" u="none">
              <a:solidFill>
                <a:srgbClr val="221304"/>
              </a:solidFill>
              <a:effectLst/>
              <a:uFillTx/>
              <a:latin typeface="Times New Roman"/>
            </a:endParaRPr>
          </a:p>
        </p:txBody>
      </p:sp>
      <p:sp>
        <p:nvSpPr>
          <p:cNvPr id="108"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pic>
        <p:nvPicPr>
          <p:cNvPr id="109" name="" descr=""/>
          <p:cNvPicPr/>
          <p:nvPr/>
        </p:nvPicPr>
        <p:blipFill>
          <a:blip r:embed="rId1"/>
          <a:stretch/>
        </p:blipFill>
        <p:spPr>
          <a:xfrm>
            <a:off x="1219320" y="1295280"/>
            <a:ext cx="7772400" cy="5334120"/>
          </a:xfrm>
          <a:prstGeom prst="rect">
            <a:avLst/>
          </a:prstGeom>
          <a:noFill/>
          <a:ln w="0">
            <a:noFill/>
          </a:ln>
        </p:spPr>
      </p:pic>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grpSp>
        <p:nvGrpSpPr>
          <p:cNvPr id="110" name=""/>
          <p:cNvGrpSpPr/>
          <p:nvPr/>
        </p:nvGrpSpPr>
        <p:grpSpPr>
          <a:xfrm>
            <a:off x="0" y="2873520"/>
            <a:ext cx="9144000" cy="1112760"/>
            <a:chOff x="0" y="2873520"/>
            <a:chExt cx="9144000" cy="1112760"/>
          </a:xfrm>
        </p:grpSpPr>
        <p:sp>
          <p:nvSpPr>
            <p:cNvPr id="111" name=""/>
            <p:cNvSpPr/>
            <p:nvPr/>
          </p:nvSpPr>
          <p:spPr>
            <a:xfrm>
              <a:off x="0" y="2873520"/>
              <a:ext cx="5537160" cy="360"/>
            </a:xfrm>
            <a:prstGeom prst="rect">
              <a:avLst/>
            </a:prstGeom>
            <a:noFill/>
            <a:ln w="0">
              <a:noFill/>
            </a:ln>
          </p:spPr>
          <p:style>
            <a:lnRef idx="0"/>
            <a:fillRef idx="0"/>
            <a:effectRef idx="0"/>
            <a:fontRef idx="minor"/>
          </p:style>
          <p:txBody>
            <a:bodyPr lIns="90000" rIns="90000" tIns="-46440" bIns="-46440" anchor="t">
              <a:spAutoFit/>
            </a:bodyPr>
            <a:p>
              <a:endParaRPr b="0" lang="en-IN" sz="2400" strike="noStrike" u="none">
                <a:solidFill>
                  <a:srgbClr val="000000"/>
                </a:solidFill>
                <a:effectLst/>
                <a:uFillTx/>
                <a:latin typeface="Times New Roman"/>
              </a:endParaRPr>
            </a:p>
          </p:txBody>
        </p:sp>
        <p:grpSp>
          <p:nvGrpSpPr>
            <p:cNvPr id="112" name=""/>
            <p:cNvGrpSpPr/>
            <p:nvPr/>
          </p:nvGrpSpPr>
          <p:grpSpPr>
            <a:xfrm>
              <a:off x="0" y="2873520"/>
              <a:ext cx="9144000" cy="1112760"/>
              <a:chOff x="0" y="2873520"/>
              <a:chExt cx="9144000" cy="1112760"/>
            </a:xfrm>
          </p:grpSpPr>
          <p:sp>
            <p:nvSpPr>
              <p:cNvPr id="113" name=""/>
              <p:cNvSpPr/>
              <p:nvPr/>
            </p:nvSpPr>
            <p:spPr>
              <a:xfrm>
                <a:off x="0" y="2873520"/>
                <a:ext cx="4357800" cy="360"/>
              </a:xfrm>
              <a:prstGeom prst="rect">
                <a:avLst/>
              </a:prstGeom>
              <a:noFill/>
              <a:ln w="0">
                <a:noFill/>
              </a:ln>
            </p:spPr>
            <p:style>
              <a:lnRef idx="0"/>
              <a:fillRef idx="0"/>
              <a:effectRef idx="0"/>
              <a:fontRef idx="minor"/>
            </p:style>
            <p:txBody>
              <a:bodyPr lIns="90000" rIns="90000" tIns="-46440" bIns="-46440" anchor="t">
                <a:spAutoFit/>
              </a:bodyPr>
              <a:p>
                <a:endParaRPr b="0" lang="en-IN" sz="2400" strike="noStrike" u="none">
                  <a:solidFill>
                    <a:srgbClr val="000000"/>
                  </a:solidFill>
                  <a:effectLst/>
                  <a:uFillTx/>
                  <a:latin typeface="Times New Roman"/>
                </a:endParaRPr>
              </a:p>
            </p:txBody>
          </p:sp>
          <p:grpSp>
            <p:nvGrpSpPr>
              <p:cNvPr id="114" name=""/>
              <p:cNvGrpSpPr/>
              <p:nvPr/>
            </p:nvGrpSpPr>
            <p:grpSpPr>
              <a:xfrm>
                <a:off x="0" y="2873520"/>
                <a:ext cx="9144000" cy="1112760"/>
                <a:chOff x="0" y="2873520"/>
                <a:chExt cx="9144000" cy="1112760"/>
              </a:xfrm>
            </p:grpSpPr>
            <p:sp>
              <p:nvSpPr>
                <p:cNvPr id="115" name=""/>
                <p:cNvSpPr/>
                <p:nvPr/>
              </p:nvSpPr>
              <p:spPr>
                <a:xfrm>
                  <a:off x="0" y="2873520"/>
                  <a:ext cx="4562640" cy="360"/>
                </a:xfrm>
                <a:prstGeom prst="rect">
                  <a:avLst/>
                </a:prstGeom>
                <a:noFill/>
                <a:ln w="0">
                  <a:noFill/>
                </a:ln>
              </p:spPr>
              <p:style>
                <a:lnRef idx="0"/>
                <a:fillRef idx="0"/>
                <a:effectRef idx="0"/>
                <a:fontRef idx="minor"/>
              </p:style>
              <p:txBody>
                <a:bodyPr lIns="90000" rIns="90000" tIns="-46440" bIns="-46440" anchor="t">
                  <a:spAutoFit/>
                </a:bodyPr>
                <a:p>
                  <a:endParaRPr b="0" lang="en-IN" sz="2400" strike="noStrike" u="none">
                    <a:solidFill>
                      <a:srgbClr val="000000"/>
                    </a:solidFill>
                    <a:effectLst/>
                    <a:uFillTx/>
                    <a:latin typeface="Times New Roman"/>
                  </a:endParaRPr>
                </a:p>
              </p:txBody>
            </p:sp>
            <p:sp>
              <p:nvSpPr>
                <p:cNvPr id="116" name=""/>
                <p:cNvSpPr/>
                <p:nvPr/>
              </p:nvSpPr>
              <p:spPr>
                <a:xfrm>
                  <a:off x="0" y="2873520"/>
                  <a:ext cx="9144000" cy="1112760"/>
                </a:xfrm>
                <a:prstGeom prst="rect">
                  <a:avLst/>
                </a:prstGeom>
                <a:noFill/>
                <a:ln w="0">
                  <a:noFill/>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600" strike="noStrike" u="none">
                      <a:solidFill>
                        <a:srgbClr val="000000"/>
                      </a:solidFill>
                      <a:effectLst/>
                      <a:uFillTx/>
                      <a:latin typeface="Arial"/>
                      <a:ea typeface="Arial"/>
                    </a:rPr>
                    <a:t>  </a:t>
                  </a:r>
                  <a:r>
                    <a:rPr b="1" lang="en-IN" sz="6700" strike="noStrike" u="none">
                      <a:solidFill>
                        <a:srgbClr val="000000"/>
                      </a:solidFill>
                      <a:effectLst/>
                      <a:uFillTx/>
                      <a:latin typeface="Arial"/>
                      <a:ea typeface="Arial"/>
                    </a:rPr>
                    <a:t> </a:t>
                  </a:r>
                  <a:r>
                    <a:rPr b="1" lang="en-IN" sz="600" strike="noStrike" u="none">
                      <a:solidFill>
                        <a:srgbClr val="000000"/>
                      </a:solidFill>
                      <a:effectLst/>
                      <a:uFillTx/>
                      <a:latin typeface="Arial"/>
                      <a:ea typeface="Arial"/>
                    </a:rPr>
                    <a:t>                                                      </a:t>
                  </a:r>
                  <a:endParaRPr b="0" lang="en-IN" sz="600" strike="noStrike" u="none">
                    <a:solidFill>
                      <a:srgbClr val="000000"/>
                    </a:solidFill>
                    <a:effectLst/>
                    <a:uFillTx/>
                    <a:latin typeface="Times New Roman"/>
                  </a:endParaRPr>
                </a:p>
              </p:txBody>
            </p:sp>
          </p:grpSp>
        </p:grpSp>
      </p:grpSp>
      <p:sp>
        <p:nvSpPr>
          <p:cNvPr id="117"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221304"/>
                </a:solidFill>
                <a:effectLst/>
                <a:uFillTx/>
                <a:latin typeface="Comic Sans MS"/>
              </a:rPr>
              <a:t>Problems of Ability or Awareness</a:t>
            </a:r>
            <a:endParaRPr b="0" lang="en-IN" sz="3200" strike="noStrike" u="none">
              <a:solidFill>
                <a:srgbClr val="221304"/>
              </a:solidFill>
              <a:effectLst/>
              <a:uFillTx/>
              <a:latin typeface="Times New Roman"/>
            </a:endParaRPr>
          </a:p>
        </p:txBody>
      </p:sp>
      <p:sp>
        <p:nvSpPr>
          <p:cNvPr id="118"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nSpc>
                <a:spcPct val="9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Conduct Lessons to help the student learn and how to exhibit the appropriate behavior</a:t>
            </a:r>
            <a:endParaRPr b="0" lang="en-IN" sz="2400" strike="noStrike" u="none">
              <a:solidFill>
                <a:srgbClr val="000000"/>
              </a:solidFill>
              <a:effectLst/>
              <a:uFillTx/>
              <a:latin typeface="Times New Roman"/>
            </a:endParaRPr>
          </a:p>
          <a:p>
            <a:pPr marL="343080" indent="-343080">
              <a:lnSpc>
                <a:spcPct val="9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Make accommodations</a:t>
            </a:r>
            <a:endParaRPr b="0" lang="en-IN" sz="2400" strike="noStrike" u="none">
              <a:solidFill>
                <a:srgbClr val="000000"/>
              </a:solidFill>
              <a:effectLst/>
              <a:uFillTx/>
              <a:latin typeface="Times New Roman"/>
            </a:endParaRPr>
          </a:p>
          <a:p>
            <a:pPr lvl="1" marL="743040" indent="-285840">
              <a:lnSpc>
                <a:spcPct val="90000"/>
              </a:lnSpc>
              <a:spcBef>
                <a:spcPts val="499"/>
              </a:spcBef>
              <a:buClr>
                <a:srgbClr val="221304"/>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221304"/>
                </a:solidFill>
                <a:effectLst/>
                <a:uFillTx/>
                <a:latin typeface="Comic Sans MS"/>
              </a:rPr>
              <a:t>Change structure</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221304"/>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221304"/>
                </a:solidFill>
                <a:effectLst/>
                <a:uFillTx/>
                <a:latin typeface="Comic Sans MS"/>
              </a:rPr>
              <a:t>Develop Goal Contract</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221304"/>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221304"/>
                </a:solidFill>
                <a:effectLst/>
                <a:uFillTx/>
                <a:latin typeface="Comic Sans MS"/>
              </a:rPr>
              <a:t>Overt Expectations (“No Talking” or “Talking)</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221304"/>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221304"/>
                </a:solidFill>
                <a:effectLst/>
                <a:uFillTx/>
                <a:latin typeface="Comic Sans MS"/>
              </a:rPr>
              <a:t>Create a limit (tickets, points, etc…)</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221304"/>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221304"/>
                </a:solidFill>
                <a:effectLst/>
                <a:uFillTx/>
                <a:latin typeface="Comic Sans MS"/>
              </a:rPr>
              <a:t>Teach Self Talk</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221304"/>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221304"/>
                </a:solidFill>
                <a:effectLst/>
                <a:uFillTx/>
                <a:latin typeface="Comic Sans MS"/>
              </a:rPr>
              <a:t>Create Self Monitoring or Self Evaluation system</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221304"/>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221304"/>
                </a:solidFill>
                <a:effectLst/>
                <a:uFillTx/>
                <a:latin typeface="Comic Sans MS"/>
              </a:rPr>
              <a:t>Create Prompts</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221304"/>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221304"/>
                </a:solidFill>
                <a:effectLst/>
                <a:uFillTx/>
                <a:latin typeface="Comic Sans MS"/>
              </a:rPr>
              <a:t>Prompt by using precorrection</a:t>
            </a:r>
            <a:endParaRPr b="0" lang="en-IN" sz="2000" strike="noStrike" u="none">
              <a:solidFill>
                <a:srgbClr val="000000"/>
              </a:solidFill>
              <a:effectLst/>
              <a:uFillTx/>
              <a:latin typeface="Times New Roman"/>
            </a:endParaRPr>
          </a:p>
        </p:txBody>
      </p:sp>
    </p:spTree>
  </p:cSld>
  <p:timing>
    <p:tnLst>
      <p:par>
        <p:cTn id="286" dur="indefinite" restart="never" nodeType="tmRoot">
          <p:childTnLst>
            <p:seq>
              <p:cTn id="287" dur="indefinite" nodeType="mainSeq">
                <p:childTnLst>
                  <p:par>
                    <p:cTn id="288" fill="hold">
                      <p:stCondLst>
                        <p:cond delay="indefinite"/>
                      </p:stCondLst>
                      <p:childTnLst>
                        <p:par>
                          <p:cTn id="289" fill="hold">
                            <p:stCondLst>
                              <p:cond delay="0"/>
                            </p:stCondLst>
                            <p:childTnLst>
                              <p:par>
                                <p:cTn id="290" nodeType="clickEffect" fill="hold" presetClass="entr" presetID="1">
                                  <p:stCondLst>
                                    <p:cond delay="0"/>
                                  </p:stCondLst>
                                  <p:childTnLst>
                                    <p:set>
                                      <p:cBhvr>
                                        <p:cTn id="291" dur="1" fill="hold">
                                          <p:stCondLst>
                                            <p:cond delay="499"/>
                                          </p:stCondLst>
                                        </p:cTn>
                                        <p:tgtEl>
                                          <p:spTgt spid="118">
                                            <p:txEl>
                                              <p:pRg st="0" end="0"/>
                                            </p:txEl>
                                          </p:spTgt>
                                        </p:tgtEl>
                                        <p:attrNameLst>
                                          <p:attrName>style.visibility</p:attrName>
                                        </p:attrNameLst>
                                      </p:cBhvr>
                                      <p:to>
                                        <p:strVal val="visible"/>
                                      </p:to>
                                    </p:set>
                                  </p:childTnLst>
                                </p:cTn>
                              </p:par>
                            </p:childTnLst>
                          </p:cTn>
                        </p:par>
                      </p:childTnLst>
                    </p:cTn>
                  </p:par>
                  <p:par>
                    <p:cTn id="292" fill="hold">
                      <p:stCondLst>
                        <p:cond delay="indefinite"/>
                      </p:stCondLst>
                      <p:childTnLst>
                        <p:par>
                          <p:cTn id="293" fill="hold">
                            <p:stCondLst>
                              <p:cond delay="0"/>
                            </p:stCondLst>
                            <p:childTnLst>
                              <p:par>
                                <p:cTn id="294" nodeType="clickEffect" fill="hold" presetClass="entr" presetID="1">
                                  <p:stCondLst>
                                    <p:cond delay="0"/>
                                  </p:stCondLst>
                                  <p:childTnLst>
                                    <p:set>
                                      <p:cBhvr>
                                        <p:cTn id="295" dur="1" fill="hold">
                                          <p:stCondLst>
                                            <p:cond delay="499"/>
                                          </p:stCondLst>
                                        </p:cTn>
                                        <p:tgtEl>
                                          <p:spTgt spid="118">
                                            <p:txEl>
                                              <p:pRg st="1" end="1"/>
                                            </p:txEl>
                                          </p:spTgt>
                                        </p:tgtEl>
                                        <p:attrNameLst>
                                          <p:attrName>style.visibility</p:attrName>
                                        </p:attrNameLst>
                                      </p:cBhvr>
                                      <p:to>
                                        <p:strVal val="visible"/>
                                      </p:to>
                                    </p:set>
                                  </p:childTnLst>
                                </p:cTn>
                              </p:par>
                              <p:par>
                                <p:cTn id="296" nodeType="withEffect" fill="hold" presetClass="entr" presetID="1">
                                  <p:stCondLst>
                                    <p:cond delay="0"/>
                                  </p:stCondLst>
                                  <p:childTnLst>
                                    <p:set>
                                      <p:cBhvr>
                                        <p:cTn id="297" dur="1" fill="hold">
                                          <p:stCondLst>
                                            <p:cond delay="499"/>
                                          </p:stCondLst>
                                        </p:cTn>
                                        <p:tgtEl>
                                          <p:spTgt spid="118">
                                            <p:txEl>
                                              <p:pRg st="2" end="2"/>
                                            </p:txEl>
                                          </p:spTgt>
                                        </p:tgtEl>
                                        <p:attrNameLst>
                                          <p:attrName>style.visibility</p:attrName>
                                        </p:attrNameLst>
                                      </p:cBhvr>
                                      <p:to>
                                        <p:strVal val="visible"/>
                                      </p:to>
                                    </p:set>
                                  </p:childTnLst>
                                </p:cTn>
                              </p:par>
                              <p:par>
                                <p:cTn id="298" nodeType="withEffect" fill="hold" presetClass="entr" presetID="1">
                                  <p:stCondLst>
                                    <p:cond delay="0"/>
                                  </p:stCondLst>
                                  <p:childTnLst>
                                    <p:set>
                                      <p:cBhvr>
                                        <p:cTn id="299" dur="1" fill="hold">
                                          <p:stCondLst>
                                            <p:cond delay="499"/>
                                          </p:stCondLst>
                                        </p:cTn>
                                        <p:tgtEl>
                                          <p:spTgt spid="118">
                                            <p:txEl>
                                              <p:pRg st="3" end="3"/>
                                            </p:txEl>
                                          </p:spTgt>
                                        </p:tgtEl>
                                        <p:attrNameLst>
                                          <p:attrName>style.visibility</p:attrName>
                                        </p:attrNameLst>
                                      </p:cBhvr>
                                      <p:to>
                                        <p:strVal val="visible"/>
                                      </p:to>
                                    </p:set>
                                  </p:childTnLst>
                                </p:cTn>
                              </p:par>
                              <p:par>
                                <p:cTn id="300" nodeType="withEffect" fill="hold" presetClass="entr" presetID="1">
                                  <p:stCondLst>
                                    <p:cond delay="0"/>
                                  </p:stCondLst>
                                  <p:childTnLst>
                                    <p:set>
                                      <p:cBhvr>
                                        <p:cTn id="301" dur="1" fill="hold">
                                          <p:stCondLst>
                                            <p:cond delay="499"/>
                                          </p:stCondLst>
                                        </p:cTn>
                                        <p:tgtEl>
                                          <p:spTgt spid="118">
                                            <p:txEl>
                                              <p:pRg st="4" end="4"/>
                                            </p:txEl>
                                          </p:spTgt>
                                        </p:tgtEl>
                                        <p:attrNameLst>
                                          <p:attrName>style.visibility</p:attrName>
                                        </p:attrNameLst>
                                      </p:cBhvr>
                                      <p:to>
                                        <p:strVal val="visible"/>
                                      </p:to>
                                    </p:set>
                                  </p:childTnLst>
                                </p:cTn>
                              </p:par>
                              <p:par>
                                <p:cTn id="302" nodeType="withEffect" fill="hold" presetClass="entr" presetID="1">
                                  <p:stCondLst>
                                    <p:cond delay="0"/>
                                  </p:stCondLst>
                                  <p:childTnLst>
                                    <p:set>
                                      <p:cBhvr>
                                        <p:cTn id="303" dur="1" fill="hold">
                                          <p:stCondLst>
                                            <p:cond delay="499"/>
                                          </p:stCondLst>
                                        </p:cTn>
                                        <p:tgtEl>
                                          <p:spTgt spid="118">
                                            <p:txEl>
                                              <p:pRg st="5" end="5"/>
                                            </p:txEl>
                                          </p:spTgt>
                                        </p:tgtEl>
                                        <p:attrNameLst>
                                          <p:attrName>style.visibility</p:attrName>
                                        </p:attrNameLst>
                                      </p:cBhvr>
                                      <p:to>
                                        <p:strVal val="visible"/>
                                      </p:to>
                                    </p:set>
                                  </p:childTnLst>
                                </p:cTn>
                              </p:par>
                              <p:par>
                                <p:cTn id="304" nodeType="withEffect" fill="hold" presetClass="entr" presetID="1">
                                  <p:stCondLst>
                                    <p:cond delay="0"/>
                                  </p:stCondLst>
                                  <p:childTnLst>
                                    <p:set>
                                      <p:cBhvr>
                                        <p:cTn id="305" dur="1" fill="hold">
                                          <p:stCondLst>
                                            <p:cond delay="499"/>
                                          </p:stCondLst>
                                        </p:cTn>
                                        <p:tgtEl>
                                          <p:spTgt spid="118">
                                            <p:txEl>
                                              <p:pRg st="6" end="6"/>
                                            </p:txEl>
                                          </p:spTgt>
                                        </p:tgtEl>
                                        <p:attrNameLst>
                                          <p:attrName>style.visibility</p:attrName>
                                        </p:attrNameLst>
                                      </p:cBhvr>
                                      <p:to>
                                        <p:strVal val="visible"/>
                                      </p:to>
                                    </p:set>
                                  </p:childTnLst>
                                </p:cTn>
                              </p:par>
                              <p:par>
                                <p:cTn id="306" nodeType="withEffect" fill="hold" presetClass="entr" presetID="1">
                                  <p:stCondLst>
                                    <p:cond delay="0"/>
                                  </p:stCondLst>
                                  <p:childTnLst>
                                    <p:set>
                                      <p:cBhvr>
                                        <p:cTn id="307" dur="1" fill="hold">
                                          <p:stCondLst>
                                            <p:cond delay="499"/>
                                          </p:stCondLst>
                                        </p:cTn>
                                        <p:tgtEl>
                                          <p:spTgt spid="118">
                                            <p:txEl>
                                              <p:pRg st="7" end="7"/>
                                            </p:txEl>
                                          </p:spTgt>
                                        </p:tgtEl>
                                        <p:attrNameLst>
                                          <p:attrName>style.visibility</p:attrName>
                                        </p:attrNameLst>
                                      </p:cBhvr>
                                      <p:to>
                                        <p:strVal val="visible"/>
                                      </p:to>
                                    </p:set>
                                  </p:childTnLst>
                                </p:cTn>
                              </p:par>
                              <p:par>
                                <p:cTn id="308" nodeType="withEffect" fill="hold" presetClass="entr" presetID="1">
                                  <p:stCondLst>
                                    <p:cond delay="0"/>
                                  </p:stCondLst>
                                  <p:childTnLst>
                                    <p:set>
                                      <p:cBhvr>
                                        <p:cTn id="309" dur="1" fill="hold">
                                          <p:stCondLst>
                                            <p:cond delay="499"/>
                                          </p:stCondLst>
                                        </p:cTn>
                                        <p:tgtEl>
                                          <p:spTgt spid="118">
                                            <p:txEl>
                                              <p:pRg st="8" end="8"/>
                                            </p:txEl>
                                          </p:spTgt>
                                        </p:tgtEl>
                                        <p:attrNameLst>
                                          <p:attrName>style.visibility</p:attrName>
                                        </p:attrNameLst>
                                      </p:cBhvr>
                                      <p:to>
                                        <p:strVal val="visible"/>
                                      </p:to>
                                    </p:set>
                                  </p:childTnLst>
                                </p:cTn>
                              </p:par>
                              <p:par>
                                <p:cTn id="310" nodeType="withEffect" fill="hold" presetClass="entr" presetID="1">
                                  <p:stCondLst>
                                    <p:cond delay="0"/>
                                  </p:stCondLst>
                                  <p:childTnLst>
                                    <p:set>
                                      <p:cBhvr>
                                        <p:cTn id="311" dur="1" fill="hold">
                                          <p:stCondLst>
                                            <p:cond delay="499"/>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19"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221304"/>
              </a:solidFill>
              <a:effectLst/>
              <a:uFillTx/>
              <a:latin typeface="Times New Roman"/>
            </a:endParaRPr>
          </a:p>
        </p:txBody>
      </p:sp>
      <p:sp>
        <p:nvSpPr>
          <p:cNvPr id="120"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pic>
        <p:nvPicPr>
          <p:cNvPr id="121" name="" descr=""/>
          <p:cNvPicPr/>
          <p:nvPr/>
        </p:nvPicPr>
        <p:blipFill>
          <a:blip r:embed="rId1"/>
          <a:stretch/>
        </p:blipFill>
        <p:spPr>
          <a:xfrm>
            <a:off x="1219320" y="30240"/>
            <a:ext cx="7772400" cy="644688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22"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221304"/>
                </a:solidFill>
                <a:effectLst/>
                <a:uFillTx/>
                <a:latin typeface="Comic Sans MS"/>
              </a:rPr>
              <a:t>Power/Revenge Problems</a:t>
            </a:r>
            <a:endParaRPr b="0" lang="en-IN" sz="3200" strike="noStrike" u="none">
              <a:solidFill>
                <a:srgbClr val="221304"/>
              </a:solidFill>
              <a:effectLst/>
              <a:uFillTx/>
              <a:latin typeface="Times New Roman"/>
            </a:endParaRPr>
          </a:p>
        </p:txBody>
      </p:sp>
      <p:sp>
        <p:nvSpPr>
          <p:cNvPr id="123" name="PlaceHolder 2"/>
          <p:cNvSpPr>
            <a:spLocks noGrp="1"/>
          </p:cNvSpPr>
          <p:nvPr>
            <p:ph/>
          </p:nvPr>
        </p:nvSpPr>
        <p:spPr>
          <a:xfrm>
            <a:off x="1219320" y="1142640"/>
            <a:ext cx="7772400" cy="5715000"/>
          </a:xfrm>
          <a:prstGeom prst="rect">
            <a:avLst/>
          </a:prstGeom>
          <a:noFill/>
          <a:ln w="0">
            <a:noFill/>
          </a:ln>
        </p:spPr>
        <p:txBody>
          <a:bodyPr lIns="90000" rIns="90000" tIns="46800" bIns="46800" anchor="t">
            <a:normAutofit/>
          </a:bodyPr>
          <a:p>
            <a:pPr marL="343080" indent="-343080">
              <a:lnSpc>
                <a:spcPct val="10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Respond Consistently </a:t>
            </a:r>
            <a:endParaRPr b="0" lang="en-IN" sz="2400" strike="noStrike" u="none">
              <a:solidFill>
                <a:srgbClr val="000000"/>
              </a:solidFill>
              <a:effectLst/>
              <a:uFillTx/>
              <a:latin typeface="Times New Roman"/>
            </a:endParaRPr>
          </a:p>
          <a:p>
            <a:pPr lvl="2" marL="1143000" indent="-228600">
              <a:lnSpc>
                <a:spcPct val="10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Clarify difference between positive and negative behavior</a:t>
            </a:r>
            <a:endParaRPr b="0" lang="en-IN" sz="1800" strike="noStrike" u="none">
              <a:solidFill>
                <a:srgbClr val="000000"/>
              </a:solidFill>
              <a:effectLst/>
              <a:uFillTx/>
              <a:latin typeface="Times New Roman"/>
            </a:endParaRPr>
          </a:p>
          <a:p>
            <a:pPr lvl="2" marL="1143000" indent="-228600">
              <a:lnSpc>
                <a:spcPct val="10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Determine a consequence to implement every time the student engages in the negative behavior.</a:t>
            </a:r>
            <a:endParaRPr b="0" lang="en-IN" sz="1800" strike="noStrike" u="none">
              <a:solidFill>
                <a:srgbClr val="000000"/>
              </a:solidFill>
              <a:effectLst/>
              <a:uFillTx/>
              <a:latin typeface="Times New Roman"/>
            </a:endParaRPr>
          </a:p>
          <a:p>
            <a:pPr lvl="2" marL="1143000" indent="-228600">
              <a:lnSpc>
                <a:spcPct val="10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Calmly implement a consequence every time</a:t>
            </a:r>
            <a:endParaRPr b="0" lang="en-IN" sz="1800" strike="noStrike" u="none">
              <a:solidFill>
                <a:srgbClr val="000000"/>
              </a:solidFill>
              <a:effectLst/>
              <a:uFillTx/>
              <a:latin typeface="Times New Roman"/>
            </a:endParaRPr>
          </a:p>
          <a:p>
            <a:pPr lvl="2" marL="1143000" indent="-228600">
              <a:lnSpc>
                <a:spcPct val="10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Don’t show your frustration when the student exhibits the negative behavior – simply invoke the consequence</a:t>
            </a:r>
            <a:endParaRPr b="0" lang="en-IN" sz="1800" strike="noStrike" u="none">
              <a:solidFill>
                <a:srgbClr val="000000"/>
              </a:solidFill>
              <a:effectLst/>
              <a:uFillTx/>
              <a:latin typeface="Times New Roman"/>
            </a:endParaRPr>
          </a:p>
          <a:p>
            <a:pPr marL="343080" indent="-343080">
              <a:lnSpc>
                <a:spcPct val="10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Identify a positive trait for describing the positive behavior (even the absence of the negative behavior) e.g., “positive leadership”</a:t>
            </a:r>
            <a:endParaRPr b="0" lang="en-IN" sz="2400" strike="noStrike" u="none">
              <a:solidFill>
                <a:srgbClr val="000000"/>
              </a:solidFill>
              <a:effectLst/>
              <a:uFillTx/>
              <a:latin typeface="Times New Roman"/>
            </a:endParaRPr>
          </a:p>
          <a:p>
            <a:pPr lvl="2" marL="1143000" indent="-228600">
              <a:lnSpc>
                <a:spcPct val="10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Praise the student for participating in positive ways</a:t>
            </a:r>
            <a:endParaRPr b="0" lang="en-IN" sz="1800" strike="noStrike" u="none">
              <a:solidFill>
                <a:srgbClr val="000000"/>
              </a:solidFill>
              <a:effectLst/>
              <a:uFillTx/>
              <a:latin typeface="Times New Roman"/>
            </a:endParaRPr>
          </a:p>
          <a:p>
            <a:pPr lvl="2" marL="1143000" indent="-228600">
              <a:lnSpc>
                <a:spcPct val="100000"/>
              </a:lnSpc>
              <a:spcBef>
                <a:spcPts val="451"/>
              </a:spcBef>
              <a:buClr>
                <a:srgbClr val="221304"/>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221304"/>
                </a:solidFill>
                <a:effectLst/>
                <a:uFillTx/>
                <a:latin typeface="Comic Sans MS"/>
              </a:rPr>
              <a:t>Use the word powerful when describing the plan to the student</a:t>
            </a:r>
            <a:endParaRPr b="0" lang="en-IN" sz="1800" strike="noStrike" u="none">
              <a:solidFill>
                <a:srgbClr val="000000"/>
              </a:solidFill>
              <a:effectLst/>
              <a:uFillTx/>
              <a:latin typeface="Times New Roman"/>
            </a:endParaRPr>
          </a:p>
          <a:p>
            <a:pPr marL="343080" indent="-343080">
              <a:lnSpc>
                <a:spcPct val="10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Move the student into a position of Positive POWER</a:t>
            </a:r>
            <a:endParaRPr b="0" lang="en-IN" sz="2400" strike="noStrike" u="none">
              <a:solidFill>
                <a:srgbClr val="000000"/>
              </a:solidFill>
              <a:effectLst/>
              <a:uFillTx/>
              <a:latin typeface="Times New Roman"/>
            </a:endParaRPr>
          </a:p>
        </p:txBody>
      </p:sp>
    </p:spTree>
  </p:cSld>
  <p:timing>
    <p:tnLst>
      <p:par>
        <p:cTn id="312" dur="indefinite" restart="never" nodeType="tmRoot">
          <p:childTnLst>
            <p:seq>
              <p:cTn id="313" dur="indefinite" nodeType="mainSeq">
                <p:childTnLst>
                  <p:par>
                    <p:cTn id="314" fill="hold">
                      <p:stCondLst>
                        <p:cond delay="indefinite"/>
                      </p:stCondLst>
                      <p:childTnLst>
                        <p:par>
                          <p:cTn id="315" fill="hold">
                            <p:stCondLst>
                              <p:cond delay="0"/>
                            </p:stCondLst>
                            <p:childTnLst>
                              <p:par>
                                <p:cTn id="316" nodeType="clickEffect" fill="hold" presetClass="entr" presetID="1">
                                  <p:stCondLst>
                                    <p:cond delay="0"/>
                                  </p:stCondLst>
                                  <p:childTnLst>
                                    <p:set>
                                      <p:cBhvr>
                                        <p:cTn id="317" dur="1" fill="hold">
                                          <p:stCondLst>
                                            <p:cond delay="499"/>
                                          </p:stCondLst>
                                        </p:cTn>
                                        <p:tgtEl>
                                          <p:spTgt spid="123">
                                            <p:txEl>
                                              <p:pRg st="0" end="0"/>
                                            </p:txEl>
                                          </p:spTgt>
                                        </p:tgtEl>
                                        <p:attrNameLst>
                                          <p:attrName>style.visibility</p:attrName>
                                        </p:attrNameLst>
                                      </p:cBhvr>
                                      <p:to>
                                        <p:strVal val="visible"/>
                                      </p:to>
                                    </p:set>
                                  </p:childTnLst>
                                </p:cTn>
                              </p:par>
                              <p:par>
                                <p:cTn id="318" nodeType="withEffect" fill="hold" presetClass="entr" presetID="1">
                                  <p:stCondLst>
                                    <p:cond delay="0"/>
                                  </p:stCondLst>
                                  <p:childTnLst>
                                    <p:set>
                                      <p:cBhvr>
                                        <p:cTn id="319" dur="1" fill="hold">
                                          <p:stCondLst>
                                            <p:cond delay="499"/>
                                          </p:stCondLst>
                                        </p:cTn>
                                        <p:tgtEl>
                                          <p:spTgt spid="123">
                                            <p:txEl>
                                              <p:pRg st="1" end="1"/>
                                            </p:txEl>
                                          </p:spTgt>
                                        </p:tgtEl>
                                        <p:attrNameLst>
                                          <p:attrName>style.visibility</p:attrName>
                                        </p:attrNameLst>
                                      </p:cBhvr>
                                      <p:to>
                                        <p:strVal val="visible"/>
                                      </p:to>
                                    </p:set>
                                  </p:childTnLst>
                                </p:cTn>
                              </p:par>
                              <p:par>
                                <p:cTn id="320" nodeType="withEffect" fill="hold" presetClass="entr" presetID="1">
                                  <p:stCondLst>
                                    <p:cond delay="0"/>
                                  </p:stCondLst>
                                  <p:childTnLst>
                                    <p:set>
                                      <p:cBhvr>
                                        <p:cTn id="321" dur="1" fill="hold">
                                          <p:stCondLst>
                                            <p:cond delay="499"/>
                                          </p:stCondLst>
                                        </p:cTn>
                                        <p:tgtEl>
                                          <p:spTgt spid="123">
                                            <p:txEl>
                                              <p:pRg st="2" end="2"/>
                                            </p:txEl>
                                          </p:spTgt>
                                        </p:tgtEl>
                                        <p:attrNameLst>
                                          <p:attrName>style.visibility</p:attrName>
                                        </p:attrNameLst>
                                      </p:cBhvr>
                                      <p:to>
                                        <p:strVal val="visible"/>
                                      </p:to>
                                    </p:set>
                                  </p:childTnLst>
                                </p:cTn>
                              </p:par>
                              <p:par>
                                <p:cTn id="322" nodeType="withEffect" fill="hold" presetClass="entr" presetID="1">
                                  <p:stCondLst>
                                    <p:cond delay="0"/>
                                  </p:stCondLst>
                                  <p:childTnLst>
                                    <p:set>
                                      <p:cBhvr>
                                        <p:cTn id="323" dur="1" fill="hold">
                                          <p:stCondLst>
                                            <p:cond delay="499"/>
                                          </p:stCondLst>
                                        </p:cTn>
                                        <p:tgtEl>
                                          <p:spTgt spid="123">
                                            <p:txEl>
                                              <p:pRg st="3" end="3"/>
                                            </p:txEl>
                                          </p:spTgt>
                                        </p:tgtEl>
                                        <p:attrNameLst>
                                          <p:attrName>style.visibility</p:attrName>
                                        </p:attrNameLst>
                                      </p:cBhvr>
                                      <p:to>
                                        <p:strVal val="visible"/>
                                      </p:to>
                                    </p:set>
                                  </p:childTnLst>
                                </p:cTn>
                              </p:par>
                              <p:par>
                                <p:cTn id="324" nodeType="withEffect" fill="hold" presetClass="entr" presetID="1">
                                  <p:stCondLst>
                                    <p:cond delay="0"/>
                                  </p:stCondLst>
                                  <p:childTnLst>
                                    <p:set>
                                      <p:cBhvr>
                                        <p:cTn id="325" dur="1" fill="hold">
                                          <p:stCondLst>
                                            <p:cond delay="499"/>
                                          </p:stCondLst>
                                        </p:cTn>
                                        <p:tgtEl>
                                          <p:spTgt spid="123">
                                            <p:txEl>
                                              <p:pRg st="4" end="4"/>
                                            </p:txEl>
                                          </p:spTgt>
                                        </p:tgtEl>
                                        <p:attrNameLst>
                                          <p:attrName>style.visibility</p:attrName>
                                        </p:attrNameLst>
                                      </p:cBhvr>
                                      <p:to>
                                        <p:strVal val="visible"/>
                                      </p:to>
                                    </p:set>
                                  </p:childTnLst>
                                </p:cTn>
                              </p:par>
                            </p:childTnLst>
                          </p:cTn>
                        </p:par>
                      </p:childTnLst>
                    </p:cTn>
                  </p:par>
                  <p:par>
                    <p:cTn id="326" fill="hold">
                      <p:stCondLst>
                        <p:cond delay="indefinite"/>
                      </p:stCondLst>
                      <p:childTnLst>
                        <p:par>
                          <p:cTn id="327" fill="hold">
                            <p:stCondLst>
                              <p:cond delay="0"/>
                            </p:stCondLst>
                            <p:childTnLst>
                              <p:par>
                                <p:cTn id="328" nodeType="clickEffect" fill="hold" presetClass="entr" presetID="1">
                                  <p:stCondLst>
                                    <p:cond delay="0"/>
                                  </p:stCondLst>
                                  <p:childTnLst>
                                    <p:set>
                                      <p:cBhvr>
                                        <p:cTn id="329" dur="1" fill="hold">
                                          <p:stCondLst>
                                            <p:cond delay="499"/>
                                          </p:stCondLst>
                                        </p:cTn>
                                        <p:tgtEl>
                                          <p:spTgt spid="123">
                                            <p:txEl>
                                              <p:pRg st="5" end="5"/>
                                            </p:txEl>
                                          </p:spTgt>
                                        </p:tgtEl>
                                        <p:attrNameLst>
                                          <p:attrName>style.visibility</p:attrName>
                                        </p:attrNameLst>
                                      </p:cBhvr>
                                      <p:to>
                                        <p:strVal val="visible"/>
                                      </p:to>
                                    </p:set>
                                  </p:childTnLst>
                                </p:cTn>
                              </p:par>
                              <p:par>
                                <p:cTn id="330" nodeType="withEffect" fill="hold" presetClass="entr" presetID="1">
                                  <p:stCondLst>
                                    <p:cond delay="0"/>
                                  </p:stCondLst>
                                  <p:childTnLst>
                                    <p:set>
                                      <p:cBhvr>
                                        <p:cTn id="331" dur="1" fill="hold">
                                          <p:stCondLst>
                                            <p:cond delay="499"/>
                                          </p:stCondLst>
                                        </p:cTn>
                                        <p:tgtEl>
                                          <p:spTgt spid="123">
                                            <p:txEl>
                                              <p:pRg st="6" end="6"/>
                                            </p:txEl>
                                          </p:spTgt>
                                        </p:tgtEl>
                                        <p:attrNameLst>
                                          <p:attrName>style.visibility</p:attrName>
                                        </p:attrNameLst>
                                      </p:cBhvr>
                                      <p:to>
                                        <p:strVal val="visible"/>
                                      </p:to>
                                    </p:set>
                                  </p:childTnLst>
                                </p:cTn>
                              </p:par>
                              <p:par>
                                <p:cTn id="332" nodeType="withEffect" fill="hold" presetClass="entr" presetID="1">
                                  <p:stCondLst>
                                    <p:cond delay="0"/>
                                  </p:stCondLst>
                                  <p:childTnLst>
                                    <p:set>
                                      <p:cBhvr>
                                        <p:cTn id="333" dur="1" fill="hold">
                                          <p:stCondLst>
                                            <p:cond delay="499"/>
                                          </p:stCondLst>
                                        </p:cTn>
                                        <p:tgtEl>
                                          <p:spTgt spid="123">
                                            <p:txEl>
                                              <p:pRg st="7" end="7"/>
                                            </p:txEl>
                                          </p:spTgt>
                                        </p:tgtEl>
                                        <p:attrNameLst>
                                          <p:attrName>style.visibility</p:attrName>
                                        </p:attrNameLst>
                                      </p:cBhvr>
                                      <p:to>
                                        <p:strVal val="visible"/>
                                      </p:to>
                                    </p:set>
                                  </p:childTnLst>
                                </p:cTn>
                              </p:par>
                            </p:childTnLst>
                          </p:cTn>
                        </p:par>
                      </p:childTnLst>
                    </p:cTn>
                  </p:par>
                  <p:par>
                    <p:cTn id="334" fill="hold">
                      <p:stCondLst>
                        <p:cond delay="indefinite"/>
                      </p:stCondLst>
                      <p:childTnLst>
                        <p:par>
                          <p:cTn id="335" fill="hold">
                            <p:stCondLst>
                              <p:cond delay="0"/>
                            </p:stCondLst>
                            <p:childTnLst>
                              <p:par>
                                <p:cTn id="336" nodeType="clickEffect" fill="hold" presetClass="entr" presetID="1">
                                  <p:stCondLst>
                                    <p:cond delay="0"/>
                                  </p:stCondLst>
                                  <p:childTnLst>
                                    <p:set>
                                      <p:cBhvr>
                                        <p:cTn id="337" dur="1" fill="hold">
                                          <p:stCondLst>
                                            <p:cond delay="499"/>
                                          </p:stCondLst>
                                        </p:cTn>
                                        <p:tgtEl>
                                          <p:spTgt spid="123">
                                            <p:txEl>
                                              <p:pRg st="8" end="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24" name=""/>
          <p:cNvSpPr/>
          <p:nvPr/>
        </p:nvSpPr>
        <p:spPr>
          <a:xfrm>
            <a:off x="1295280" y="2133720"/>
            <a:ext cx="7620120" cy="457200"/>
          </a:xfrm>
          <a:prstGeom prst="rect">
            <a:avLst/>
          </a:prstGeom>
          <a:noFill/>
          <a:ln w="0">
            <a:noFill/>
          </a:ln>
        </p:spPr>
        <p:style>
          <a:lnRef idx="0"/>
          <a:fillRef idx="0"/>
          <a:effectRef idx="0"/>
          <a:fontRef idx="minor"/>
        </p:style>
        <p:txBody>
          <a:bodyPr lIns="90000" rIns="90000" tIns="46800" bIns="46800" anchor="t">
            <a:spAutoFit/>
          </a:bodyPr>
          <a:p>
            <a:pPr lvl="1" marL="457200">
              <a:lnSpc>
                <a:spcPct val="100000"/>
              </a:lnSpc>
              <a:spcBef>
                <a:spcPts val="150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125"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221304"/>
                </a:solidFill>
                <a:effectLst/>
                <a:uFillTx/>
                <a:latin typeface="Comic Sans MS"/>
              </a:rPr>
              <a:t>Attention –Seeking Problems</a:t>
            </a:r>
            <a:endParaRPr b="0" lang="en-IN" sz="3200" strike="noStrike" u="none">
              <a:solidFill>
                <a:srgbClr val="221304"/>
              </a:solidFill>
              <a:effectLst/>
              <a:uFillTx/>
              <a:latin typeface="Times New Roman"/>
            </a:endParaRPr>
          </a:p>
        </p:txBody>
      </p:sp>
      <p:sp>
        <p:nvSpPr>
          <p:cNvPr id="126"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nSpc>
                <a:spcPct val="9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Respond Consistently to the inappropriate behavior</a:t>
            </a:r>
            <a:endParaRPr b="0" lang="en-IN" sz="2400" strike="noStrike" u="none">
              <a:solidFill>
                <a:srgbClr val="000000"/>
              </a:solidFill>
              <a:effectLst/>
              <a:uFillTx/>
              <a:latin typeface="Times New Roman"/>
            </a:endParaRPr>
          </a:p>
          <a:p>
            <a:pPr lvl="1" marL="743040" indent="-285840">
              <a:lnSpc>
                <a:spcPct val="90000"/>
              </a:lnSpc>
              <a:spcBef>
                <a:spcPts val="499"/>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Use planned Ignoring</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If behavior is severe and/or affects other students, implement consequences</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If other students give the target student attention, gently correct them.</a:t>
            </a:r>
            <a:endParaRPr b="0" lang="en-IN" sz="2000" strike="noStrike" u="none">
              <a:solidFill>
                <a:srgbClr val="000000"/>
              </a:solidFill>
              <a:effectLst/>
              <a:uFillTx/>
              <a:latin typeface="Times New Roman"/>
            </a:endParaRPr>
          </a:p>
          <a:p>
            <a:pPr marL="343080" indent="-343080">
              <a:lnSpc>
                <a:spcPct val="90000"/>
              </a:lnSpc>
              <a:spcBef>
                <a:spcPts val="601"/>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Use reinforcement to encourage appropriate behavior</a:t>
            </a:r>
            <a:endParaRPr b="0" lang="en-IN" sz="2400" strike="noStrike" u="none">
              <a:solidFill>
                <a:srgbClr val="000000"/>
              </a:solidFill>
              <a:effectLst/>
              <a:uFillTx/>
              <a:latin typeface="Times New Roman"/>
            </a:endParaRPr>
          </a:p>
          <a:p>
            <a:pPr lvl="1" marL="743040" indent="-285840">
              <a:lnSpc>
                <a:spcPct val="90000"/>
              </a:lnSpc>
              <a:spcBef>
                <a:spcPts val="499"/>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Use frequent praise and attention</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Use intermittent reinforcement</a:t>
            </a:r>
            <a:endParaRPr b="0" lang="en-IN" sz="2000" strike="noStrike" u="none">
              <a:solidFill>
                <a:srgbClr val="000000"/>
              </a:solidFill>
              <a:effectLst/>
              <a:uFillTx/>
              <a:latin typeface="Times New Roman"/>
            </a:endParaRPr>
          </a:p>
          <a:p>
            <a:pPr lvl="1" marL="743040" indent="-285840">
              <a:lnSpc>
                <a:spcPct val="90000"/>
              </a:lnSpc>
              <a:spcBef>
                <a:spcPts val="499"/>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Ensure a 3 to 1 Ratio of positive to negative</a:t>
            </a:r>
            <a:endParaRPr b="0" lang="en-IN" sz="2000" strike="noStrike" u="none">
              <a:solidFill>
                <a:srgbClr val="000000"/>
              </a:solidFill>
              <a:effectLst/>
              <a:uFillTx/>
              <a:latin typeface="Times New Roman"/>
            </a:endParaRPr>
          </a:p>
        </p:txBody>
      </p:sp>
    </p:spTree>
  </p:cSld>
  <p:timing>
    <p:tnLst>
      <p:par>
        <p:cTn id="338" dur="indefinite" restart="never" nodeType="tmRoot">
          <p:childTnLst>
            <p:seq>
              <p:cTn id="339" dur="indefinite" nodeType="mainSeq">
                <p:childTnLst>
                  <p:par>
                    <p:cTn id="340" fill="hold">
                      <p:stCondLst>
                        <p:cond delay="indefinite"/>
                      </p:stCondLst>
                      <p:childTnLst>
                        <p:par>
                          <p:cTn id="341" fill="hold">
                            <p:stCondLst>
                              <p:cond delay="0"/>
                            </p:stCondLst>
                            <p:childTnLst>
                              <p:par>
                                <p:cTn id="342" nodeType="clickEffect" fill="hold" presetClass="entr" presetID="1">
                                  <p:stCondLst>
                                    <p:cond delay="0"/>
                                  </p:stCondLst>
                                  <p:childTnLst>
                                    <p:set>
                                      <p:cBhvr>
                                        <p:cTn id="343" dur="1" fill="hold">
                                          <p:stCondLst>
                                            <p:cond delay="499"/>
                                          </p:stCondLst>
                                        </p:cTn>
                                        <p:tgtEl>
                                          <p:spTgt spid="126">
                                            <p:txEl>
                                              <p:pRg st="0" end="0"/>
                                            </p:txEl>
                                          </p:spTgt>
                                        </p:tgtEl>
                                        <p:attrNameLst>
                                          <p:attrName>style.visibility</p:attrName>
                                        </p:attrNameLst>
                                      </p:cBhvr>
                                      <p:to>
                                        <p:strVal val="visible"/>
                                      </p:to>
                                    </p:set>
                                  </p:childTnLst>
                                </p:cTn>
                              </p:par>
                              <p:par>
                                <p:cTn id="344" nodeType="withEffect" fill="hold" presetClass="entr" presetID="1">
                                  <p:stCondLst>
                                    <p:cond delay="0"/>
                                  </p:stCondLst>
                                  <p:childTnLst>
                                    <p:set>
                                      <p:cBhvr>
                                        <p:cTn id="345" dur="1" fill="hold">
                                          <p:stCondLst>
                                            <p:cond delay="499"/>
                                          </p:stCondLst>
                                        </p:cTn>
                                        <p:tgtEl>
                                          <p:spTgt spid="126">
                                            <p:txEl>
                                              <p:pRg st="1" end="1"/>
                                            </p:txEl>
                                          </p:spTgt>
                                        </p:tgtEl>
                                        <p:attrNameLst>
                                          <p:attrName>style.visibility</p:attrName>
                                        </p:attrNameLst>
                                      </p:cBhvr>
                                      <p:to>
                                        <p:strVal val="visible"/>
                                      </p:to>
                                    </p:set>
                                  </p:childTnLst>
                                </p:cTn>
                              </p:par>
                              <p:par>
                                <p:cTn id="346" nodeType="withEffect" fill="hold" presetClass="entr" presetID="1">
                                  <p:stCondLst>
                                    <p:cond delay="0"/>
                                  </p:stCondLst>
                                  <p:childTnLst>
                                    <p:set>
                                      <p:cBhvr>
                                        <p:cTn id="347" dur="1" fill="hold">
                                          <p:stCondLst>
                                            <p:cond delay="499"/>
                                          </p:stCondLst>
                                        </p:cTn>
                                        <p:tgtEl>
                                          <p:spTgt spid="126">
                                            <p:txEl>
                                              <p:pRg st="2" end="2"/>
                                            </p:txEl>
                                          </p:spTgt>
                                        </p:tgtEl>
                                        <p:attrNameLst>
                                          <p:attrName>style.visibility</p:attrName>
                                        </p:attrNameLst>
                                      </p:cBhvr>
                                      <p:to>
                                        <p:strVal val="visible"/>
                                      </p:to>
                                    </p:set>
                                  </p:childTnLst>
                                </p:cTn>
                              </p:par>
                              <p:par>
                                <p:cTn id="348" nodeType="withEffect" fill="hold" presetClass="entr" presetID="1">
                                  <p:stCondLst>
                                    <p:cond delay="0"/>
                                  </p:stCondLst>
                                  <p:childTnLst>
                                    <p:set>
                                      <p:cBhvr>
                                        <p:cTn id="349" dur="1" fill="hold">
                                          <p:stCondLst>
                                            <p:cond delay="499"/>
                                          </p:stCondLst>
                                        </p:cTn>
                                        <p:tgtEl>
                                          <p:spTgt spid="126">
                                            <p:txEl>
                                              <p:pRg st="3" end="3"/>
                                            </p:txEl>
                                          </p:spTgt>
                                        </p:tgtEl>
                                        <p:attrNameLst>
                                          <p:attrName>style.visibility</p:attrName>
                                        </p:attrNameLst>
                                      </p:cBhvr>
                                      <p:to>
                                        <p:strVal val="visible"/>
                                      </p:to>
                                    </p:set>
                                  </p:childTnLst>
                                </p:cTn>
                              </p:par>
                            </p:childTnLst>
                          </p:cTn>
                        </p:par>
                      </p:childTnLst>
                    </p:cTn>
                  </p:par>
                  <p:par>
                    <p:cTn id="350" fill="hold">
                      <p:stCondLst>
                        <p:cond delay="indefinite"/>
                      </p:stCondLst>
                      <p:childTnLst>
                        <p:par>
                          <p:cTn id="351" fill="hold">
                            <p:stCondLst>
                              <p:cond delay="0"/>
                            </p:stCondLst>
                            <p:childTnLst>
                              <p:par>
                                <p:cTn id="352" nodeType="clickEffect" fill="hold" presetClass="entr" presetID="1">
                                  <p:stCondLst>
                                    <p:cond delay="0"/>
                                  </p:stCondLst>
                                  <p:childTnLst>
                                    <p:set>
                                      <p:cBhvr>
                                        <p:cTn id="353" dur="1" fill="hold">
                                          <p:stCondLst>
                                            <p:cond delay="499"/>
                                          </p:stCondLst>
                                        </p:cTn>
                                        <p:tgtEl>
                                          <p:spTgt spid="126">
                                            <p:txEl>
                                              <p:pRg st="4" end="4"/>
                                            </p:txEl>
                                          </p:spTgt>
                                        </p:tgtEl>
                                        <p:attrNameLst>
                                          <p:attrName>style.visibility</p:attrName>
                                        </p:attrNameLst>
                                      </p:cBhvr>
                                      <p:to>
                                        <p:strVal val="visible"/>
                                      </p:to>
                                    </p:set>
                                  </p:childTnLst>
                                </p:cTn>
                              </p:par>
                              <p:par>
                                <p:cTn id="354" nodeType="withEffect" fill="hold" presetClass="entr" presetID="1">
                                  <p:stCondLst>
                                    <p:cond delay="0"/>
                                  </p:stCondLst>
                                  <p:childTnLst>
                                    <p:set>
                                      <p:cBhvr>
                                        <p:cTn id="355" dur="1" fill="hold">
                                          <p:stCondLst>
                                            <p:cond delay="499"/>
                                          </p:stCondLst>
                                        </p:cTn>
                                        <p:tgtEl>
                                          <p:spTgt spid="126">
                                            <p:txEl>
                                              <p:pRg st="5" end="5"/>
                                            </p:txEl>
                                          </p:spTgt>
                                        </p:tgtEl>
                                        <p:attrNameLst>
                                          <p:attrName>style.visibility</p:attrName>
                                        </p:attrNameLst>
                                      </p:cBhvr>
                                      <p:to>
                                        <p:strVal val="visible"/>
                                      </p:to>
                                    </p:set>
                                  </p:childTnLst>
                                </p:cTn>
                              </p:par>
                              <p:par>
                                <p:cTn id="356" nodeType="withEffect" fill="hold" presetClass="entr" presetID="1">
                                  <p:stCondLst>
                                    <p:cond delay="0"/>
                                  </p:stCondLst>
                                  <p:childTnLst>
                                    <p:set>
                                      <p:cBhvr>
                                        <p:cTn id="357" dur="1" fill="hold">
                                          <p:stCondLst>
                                            <p:cond delay="499"/>
                                          </p:stCondLst>
                                        </p:cTn>
                                        <p:tgtEl>
                                          <p:spTgt spid="126">
                                            <p:txEl>
                                              <p:pRg st="6" end="6"/>
                                            </p:txEl>
                                          </p:spTgt>
                                        </p:tgtEl>
                                        <p:attrNameLst>
                                          <p:attrName>style.visibility</p:attrName>
                                        </p:attrNameLst>
                                      </p:cBhvr>
                                      <p:to>
                                        <p:strVal val="visible"/>
                                      </p:to>
                                    </p:set>
                                  </p:childTnLst>
                                </p:cTn>
                              </p:par>
                              <p:par>
                                <p:cTn id="358" nodeType="withEffect" fill="hold" presetClass="entr" presetID="1">
                                  <p:stCondLst>
                                    <p:cond delay="0"/>
                                  </p:stCondLst>
                                  <p:childTnLst>
                                    <p:set>
                                      <p:cBhvr>
                                        <p:cTn id="359" dur="1" fill="hold">
                                          <p:stCondLst>
                                            <p:cond delay="499"/>
                                          </p:stCondLst>
                                        </p:cTn>
                                        <p:tgtEl>
                                          <p:spTgt spid="126">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PLANNED IGNORING</a:t>
            </a:r>
            <a:endParaRPr b="0" lang="en-IN" sz="4400" strike="noStrike" u="none">
              <a:solidFill>
                <a:srgbClr val="221304"/>
              </a:solidFill>
              <a:effectLst/>
              <a:uFillTx/>
              <a:latin typeface="Times New Roman"/>
            </a:endParaRPr>
          </a:p>
        </p:txBody>
      </p:sp>
      <p:sp>
        <p:nvSpPr>
          <p:cNvPr id="128"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000000"/>
                </a:solidFill>
                <a:effectLst/>
                <a:uFillTx/>
                <a:latin typeface="Times New Roman"/>
              </a:rPr>
              <a:t>I’ve Decided To Use Planned Ignoring</a:t>
            </a:r>
            <a:endParaRPr b="0" lang="en-IN" sz="3200" strike="noStrike" u="none">
              <a:solidFill>
                <a:srgbClr val="000000"/>
              </a:solidFill>
              <a:effectLst/>
              <a:uFillTx/>
              <a:latin typeface="Times New Roman"/>
            </a:endParaRPr>
          </a:p>
          <a:p>
            <a:pPr marL="343080" indent="-34308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What behaviors will I ignore?</a:t>
            </a:r>
            <a:endParaRPr b="0" lang="en-IN" sz="3200" strike="noStrike" u="none">
              <a:solidFill>
                <a:srgbClr val="000000"/>
              </a:solidFill>
              <a:effectLst/>
              <a:uFillTx/>
              <a:latin typeface="Times New Roman"/>
            </a:endParaRPr>
          </a:p>
          <a:p>
            <a:pPr marL="343080" indent="-343080">
              <a:spcBef>
                <a:spcPts val="799"/>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What behaviors will I give a corrective consequence?</a:t>
            </a:r>
            <a:endParaRPr b="0" lang="en-IN" sz="3200" strike="noStrike" u="none">
              <a:solidFill>
                <a:srgbClr val="000000"/>
              </a:solidFill>
              <a:effectLst/>
              <a:uFillTx/>
              <a:latin typeface="Times New Roman"/>
            </a:endParaRPr>
          </a:p>
          <a:p>
            <a:pPr marL="343080" indent="-343080">
              <a:spcBef>
                <a:spcPts val="799"/>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What</a:t>
            </a:r>
            <a:r>
              <a:rPr b="1" lang="en-IN" sz="3200" strike="noStrike" u="none">
                <a:solidFill>
                  <a:srgbClr val="000000"/>
                </a:solidFill>
                <a:effectLst/>
                <a:uFillTx/>
                <a:latin typeface="Times New Roman"/>
              </a:rPr>
              <a:t> </a:t>
            </a:r>
            <a:r>
              <a:rPr b="0" lang="en-IN" sz="3200" strike="noStrike" u="none">
                <a:solidFill>
                  <a:srgbClr val="000000"/>
                </a:solidFill>
                <a:effectLst/>
                <a:uFillTx/>
                <a:latin typeface="Times New Roman"/>
              </a:rPr>
              <a:t>behaviors  will I encourage?</a:t>
            </a:r>
            <a:endParaRPr b="0" lang="en-IN" sz="3200" strike="noStrike" u="none">
              <a:solidFill>
                <a:srgbClr val="000000"/>
              </a:solidFill>
              <a:effectLst/>
              <a:uFillTx/>
              <a:latin typeface="Times New Roman"/>
            </a:endParaRPr>
          </a:p>
        </p:txBody>
      </p:sp>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29"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What do you notice about…</a:t>
            </a:r>
            <a:endParaRPr b="0" lang="en-IN" sz="4400" strike="noStrike" u="none">
              <a:solidFill>
                <a:srgbClr val="221304"/>
              </a:solidFill>
              <a:effectLst/>
              <a:uFillTx/>
              <a:latin typeface="Times New Roman"/>
            </a:endParaRPr>
          </a:p>
        </p:txBody>
      </p:sp>
      <p:sp>
        <p:nvSpPr>
          <p:cNvPr id="130"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Mild/Early Stage Problems</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Middle Stage Problems</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Habitual/Long Standing Problems</a:t>
            </a:r>
            <a:endParaRPr b="0" lang="en-IN" sz="32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31"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221304"/>
                </a:solidFill>
                <a:effectLst/>
                <a:uFillTx/>
                <a:latin typeface="Times New Roman"/>
              </a:rPr>
              <a:t>Make the punishment fit the crime</a:t>
            </a:r>
            <a:endParaRPr b="0" lang="en-IN" sz="4000" strike="noStrike" u="none">
              <a:solidFill>
                <a:srgbClr val="221304"/>
              </a:solidFill>
              <a:effectLst/>
              <a:uFillTx/>
              <a:latin typeface="Times New Roman"/>
            </a:endParaRPr>
          </a:p>
        </p:txBody>
      </p:sp>
      <p:pic>
        <p:nvPicPr>
          <p:cNvPr id="132" name="" descr=""/>
          <p:cNvPicPr/>
          <p:nvPr/>
        </p:nvPicPr>
        <p:blipFill>
          <a:blip r:embed="rId1"/>
          <a:stretch/>
        </p:blipFill>
        <p:spPr>
          <a:xfrm>
            <a:off x="1143000" y="1179360"/>
            <a:ext cx="8001000" cy="449928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33"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Begin interventions at the early stages of misbehavior</a:t>
            </a:r>
            <a:endParaRPr b="0" lang="en-IN" sz="4400" strike="noStrike" u="none">
              <a:solidFill>
                <a:srgbClr val="221304"/>
              </a:solidFill>
              <a:effectLst/>
              <a:uFillTx/>
              <a:latin typeface="Times New Roman"/>
            </a:endParaRPr>
          </a:p>
        </p:txBody>
      </p:sp>
      <p:sp>
        <p:nvSpPr>
          <p:cNvPr id="134" name="PlaceHolder 2"/>
          <p:cNvSpPr>
            <a:spLocks noGrp="1"/>
          </p:cNvSpPr>
          <p:nvPr>
            <p:ph/>
          </p:nvPr>
        </p:nvSpPr>
        <p:spPr>
          <a:xfrm>
            <a:off x="1066320" y="2241360"/>
            <a:ext cx="7620120" cy="362556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pic>
        <p:nvPicPr>
          <p:cNvPr id="135" name="" descr=""/>
          <p:cNvPicPr/>
          <p:nvPr/>
        </p:nvPicPr>
        <p:blipFill>
          <a:blip r:embed="rId1"/>
          <a:stretch/>
        </p:blipFill>
        <p:spPr>
          <a:xfrm>
            <a:off x="1219320" y="1752480"/>
            <a:ext cx="7772400" cy="505296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990720" y="990360"/>
            <a:ext cx="761976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Have you attended meetings on students and left feeling like nothing was accomplished?</a:t>
            </a:r>
            <a:br>
              <a:rPr sz="3200"/>
            </a:br>
            <a:endParaRPr b="0" lang="en-IN" sz="3200" strike="noStrike" u="none">
              <a:solidFill>
                <a:srgbClr val="221304"/>
              </a:solidFill>
              <a:effectLst/>
              <a:uFillTx/>
              <a:latin typeface="Times New Roman"/>
            </a:endParaRPr>
          </a:p>
        </p:txBody>
      </p:sp>
      <p:sp>
        <p:nvSpPr>
          <p:cNvPr id="137" name="PlaceHolder 2"/>
          <p:cNvSpPr>
            <a:spLocks noGrp="1"/>
          </p:cNvSpPr>
          <p:nvPr>
            <p:ph/>
          </p:nvPr>
        </p:nvSpPr>
        <p:spPr>
          <a:xfrm>
            <a:off x="990720" y="2438280"/>
            <a:ext cx="7619760" cy="4114800"/>
          </a:xfrm>
          <a:prstGeom prst="rect">
            <a:avLst/>
          </a:prstGeom>
          <a:noFill/>
          <a:ln w="0">
            <a:noFill/>
          </a:ln>
        </p:spPr>
        <p:txBody>
          <a:bodyPr lIns="90000" rIns="90000" tIns="46800" bIns="46800" anchor="t">
            <a:normAutofit/>
          </a:bodyPr>
          <a:p>
            <a:pPr marL="343080" indent="-343080" algn="ctr">
              <a:lnSpc>
                <a:spcPct val="100000"/>
              </a:lnSpc>
              <a:spcBef>
                <a:spcPts val="15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trike="noStrike" u="none">
                <a:solidFill>
                  <a:srgbClr val="000000"/>
                </a:solidFill>
                <a:effectLst/>
                <a:uFillTx/>
                <a:latin typeface="Comic Sans MS"/>
              </a:rPr>
              <a:t>Was the meeting…</a:t>
            </a:r>
            <a:endParaRPr b="0" lang="en-IN" sz="2400" strike="noStrike" u="none">
              <a:solidFill>
                <a:srgbClr val="000000"/>
              </a:solidFill>
              <a:effectLst/>
              <a:uFillTx/>
              <a:latin typeface="Times New Roman"/>
            </a:endParaRPr>
          </a:p>
          <a:p>
            <a:pPr lvl="1" marL="743040" indent="-285840">
              <a:lnSpc>
                <a:spcPct val="100000"/>
              </a:lnSpc>
              <a:spcBef>
                <a:spcPts val="15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trike="noStrike" u="none">
                <a:solidFill>
                  <a:srgbClr val="000000"/>
                </a:solidFill>
                <a:effectLst/>
                <a:uFillTx/>
                <a:latin typeface="Comic Sans MS"/>
              </a:rPr>
              <a:t>  Unfocused with no clear agenda</a:t>
            </a:r>
            <a:endParaRPr b="0" lang="en-IN" sz="2400" strike="noStrike" u="none">
              <a:solidFill>
                <a:srgbClr val="000000"/>
              </a:solidFill>
              <a:effectLst/>
              <a:uFillTx/>
              <a:latin typeface="Times New Roman"/>
            </a:endParaRPr>
          </a:p>
          <a:p>
            <a:pPr lvl="1" marL="743040" indent="-285840">
              <a:lnSpc>
                <a:spcPct val="100000"/>
              </a:lnSpc>
              <a:spcBef>
                <a:spcPts val="15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trike="noStrike" u="none">
                <a:solidFill>
                  <a:srgbClr val="000000"/>
                </a:solidFill>
                <a:effectLst/>
                <a:uFillTx/>
                <a:latin typeface="Comic Sans MS"/>
              </a:rPr>
              <a:t>  A gripe session about students and/or their parents</a:t>
            </a:r>
            <a:endParaRPr b="0" lang="en-IN" sz="2400" strike="noStrike" u="none">
              <a:solidFill>
                <a:srgbClr val="000000"/>
              </a:solidFill>
              <a:effectLst/>
              <a:uFillTx/>
              <a:latin typeface="Times New Roman"/>
            </a:endParaRPr>
          </a:p>
          <a:p>
            <a:pPr lvl="1" marL="743040" indent="-285840">
              <a:lnSpc>
                <a:spcPct val="100000"/>
              </a:lnSpc>
              <a:spcBef>
                <a:spcPts val="15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trike="noStrike" u="none">
                <a:solidFill>
                  <a:srgbClr val="000000"/>
                </a:solidFill>
                <a:effectLst/>
                <a:uFillTx/>
                <a:latin typeface="Comic Sans MS"/>
              </a:rPr>
              <a:t>  Participants spend time trying to find a consequence that will “make” the student behave responsibly</a:t>
            </a:r>
            <a:endParaRPr b="0" lang="en-IN" sz="2400" strike="noStrike" u="none">
              <a:solidFill>
                <a:srgbClr val="000000"/>
              </a:solidFill>
              <a:effectLst/>
              <a:uFillTx/>
              <a:latin typeface="Times New Roman"/>
            </a:endParaRPr>
          </a:p>
          <a:p>
            <a:pPr lvl="1" marL="743040" indent="-285840">
              <a:lnSpc>
                <a:spcPct val="100000"/>
              </a:lnSpc>
              <a:spcBef>
                <a:spcPts val="15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a:p>
            <a:pPr marL="343080" indent="0">
              <a:lnSpc>
                <a:spcPct val="10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Tree>
  </p:cSld>
  <p:timing>
    <p:tnLst>
      <p:par>
        <p:cTn id="360" dur="indefinite" restart="never" nodeType="tmRoot">
          <p:childTnLst>
            <p:seq>
              <p:cTn id="361" dur="indefinite" nodeType="mainSeq">
                <p:childTnLst>
                  <p:par>
                    <p:cTn id="362" fill="hold">
                      <p:stCondLst>
                        <p:cond delay="indefinite"/>
                      </p:stCondLst>
                      <p:childTnLst>
                        <p:par>
                          <p:cTn id="363" fill="hold">
                            <p:stCondLst>
                              <p:cond delay="0"/>
                            </p:stCondLst>
                            <p:childTnLst>
                              <p:par>
                                <p:cTn id="364" nodeType="clickEffect" fill="hold" presetClass="entr" presetID="1">
                                  <p:stCondLst>
                                    <p:cond delay="0"/>
                                  </p:stCondLst>
                                  <p:childTnLst>
                                    <p:set>
                                      <p:cBhvr>
                                        <p:cTn id="365" dur="1" fill="hold">
                                          <p:stCondLst>
                                            <p:cond delay="499"/>
                                          </p:stCondLst>
                                        </p:cTn>
                                        <p:tgtEl>
                                          <p:spTgt spid="137">
                                            <p:txEl>
                                              <p:pRg st="0" end="0"/>
                                            </p:txEl>
                                          </p:spTgt>
                                        </p:tgtEl>
                                        <p:attrNameLst>
                                          <p:attrName>style.visibility</p:attrName>
                                        </p:attrNameLst>
                                      </p:cBhvr>
                                      <p:to>
                                        <p:strVal val="visible"/>
                                      </p:to>
                                    </p:set>
                                  </p:childTnLst>
                                </p:cTn>
                              </p:par>
                              <p:par>
                                <p:cTn id="366" nodeType="withEffect" fill="hold" presetClass="entr" presetID="1">
                                  <p:stCondLst>
                                    <p:cond delay="0"/>
                                  </p:stCondLst>
                                  <p:childTnLst>
                                    <p:set>
                                      <p:cBhvr>
                                        <p:cTn id="367" dur="1" fill="hold">
                                          <p:stCondLst>
                                            <p:cond delay="499"/>
                                          </p:stCondLst>
                                        </p:cTn>
                                        <p:tgtEl>
                                          <p:spTgt spid="137">
                                            <p:txEl>
                                              <p:pRg st="1" end="1"/>
                                            </p:txEl>
                                          </p:spTgt>
                                        </p:tgtEl>
                                        <p:attrNameLst>
                                          <p:attrName>style.visibility</p:attrName>
                                        </p:attrNameLst>
                                      </p:cBhvr>
                                      <p:to>
                                        <p:strVal val="visible"/>
                                      </p:to>
                                    </p:set>
                                  </p:childTnLst>
                                </p:cTn>
                              </p:par>
                              <p:par>
                                <p:cTn id="368" nodeType="withEffect" fill="hold" presetClass="entr" presetID="1">
                                  <p:stCondLst>
                                    <p:cond delay="0"/>
                                  </p:stCondLst>
                                  <p:childTnLst>
                                    <p:set>
                                      <p:cBhvr>
                                        <p:cTn id="369" dur="1" fill="hold">
                                          <p:stCondLst>
                                            <p:cond delay="499"/>
                                          </p:stCondLst>
                                        </p:cTn>
                                        <p:tgtEl>
                                          <p:spTgt spid="137">
                                            <p:txEl>
                                              <p:pRg st="2" end="2"/>
                                            </p:txEl>
                                          </p:spTgt>
                                        </p:tgtEl>
                                        <p:attrNameLst>
                                          <p:attrName>style.visibility</p:attrName>
                                        </p:attrNameLst>
                                      </p:cBhvr>
                                      <p:to>
                                        <p:strVal val="visible"/>
                                      </p:to>
                                    </p:set>
                                  </p:childTnLst>
                                </p:cTn>
                              </p:par>
                              <p:par>
                                <p:cTn id="370" nodeType="withEffect" fill="hold" presetClass="entr" presetID="1">
                                  <p:stCondLst>
                                    <p:cond delay="0"/>
                                  </p:stCondLst>
                                  <p:childTnLst>
                                    <p:set>
                                      <p:cBhvr>
                                        <p:cTn id="371" dur="1" fill="hold">
                                          <p:stCondLst>
                                            <p:cond delay="499"/>
                                          </p:stCondLst>
                                        </p:cTn>
                                        <p:tgtEl>
                                          <p:spTgt spid="13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pic>
        <p:nvPicPr>
          <p:cNvPr id="138" name="" descr=""/>
          <p:cNvPicPr/>
          <p:nvPr/>
        </p:nvPicPr>
        <p:blipFill>
          <a:blip r:embed="rId1"/>
          <a:stretch/>
        </p:blipFill>
        <p:spPr>
          <a:xfrm>
            <a:off x="2647800" y="690480"/>
            <a:ext cx="3848400" cy="5478480"/>
          </a:xfrm>
          <a:prstGeom prst="rect">
            <a:avLst/>
          </a:prstGeom>
          <a:noFill/>
          <a:ln w="0">
            <a:noFill/>
          </a:ln>
        </p:spPr>
      </p:pic>
      <p:sp>
        <p:nvSpPr>
          <p:cNvPr id="139" name=""/>
          <p:cNvSpPr/>
          <p:nvPr/>
        </p:nvSpPr>
        <p:spPr>
          <a:xfrm>
            <a:off x="1676520" y="914400"/>
            <a:ext cx="1371600" cy="1008360"/>
          </a:xfrm>
          <a:prstGeom prst="rect">
            <a:avLst/>
          </a:prstGeom>
          <a:noFill/>
          <a:ln w="0">
            <a:noFill/>
          </a:ln>
        </p:spPr>
        <p:style>
          <a:lnRef idx="0"/>
          <a:fillRef idx="0"/>
          <a:effectRef idx="0"/>
          <a:fontRef idx="minor"/>
        </p:style>
        <p:txBody>
          <a:bodyPr lIns="90000" rIns="90000" tIns="46800" bIns="46800" anchor="t">
            <a:spAutoFit/>
          </a:bodyPr>
          <a:p>
            <a:pPr algn="ct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0" strike="noStrike" u="none">
                <a:solidFill>
                  <a:srgbClr val="000000"/>
                </a:solidFill>
                <a:effectLst/>
                <a:uFillTx/>
                <a:latin typeface="Times New Roman"/>
              </a:rPr>
              <a:t>?</a:t>
            </a:r>
            <a:endParaRPr b="0" lang="en-IN" sz="6000" strike="noStrike" u="none">
              <a:solidFill>
                <a:srgbClr val="000000"/>
              </a:solidFill>
              <a:effectLst/>
              <a:uFillTx/>
              <a:latin typeface="Times New Roman"/>
            </a:endParaRPr>
          </a:p>
        </p:txBody>
      </p:sp>
      <p:sp>
        <p:nvSpPr>
          <p:cNvPr id="140" name=""/>
          <p:cNvSpPr/>
          <p:nvPr/>
        </p:nvSpPr>
        <p:spPr>
          <a:xfrm>
            <a:off x="7086600" y="3200400"/>
            <a:ext cx="1295280" cy="45720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
        <p:nvSpPr>
          <p:cNvPr id="141" name=""/>
          <p:cNvSpPr/>
          <p:nvPr/>
        </p:nvSpPr>
        <p:spPr>
          <a:xfrm>
            <a:off x="6248520" y="3352680"/>
            <a:ext cx="1752480" cy="2399040"/>
          </a:xfrm>
          <a:prstGeom prst="rect">
            <a:avLst/>
          </a:prstGeom>
          <a:noFill/>
          <a:ln w="0">
            <a:noFill/>
          </a:ln>
        </p:spPr>
        <p:style>
          <a:lnRef idx="0"/>
          <a:fillRef idx="0"/>
          <a:effectRef idx="0"/>
          <a:fontRef idx="minor"/>
        </p:style>
        <p:txBody>
          <a:bodyPr lIns="90000" rIns="90000" tIns="46800" bIns="46800" anchor="t">
            <a:spAutoFit/>
          </a:bodyPr>
          <a:p>
            <a:pPr algn="ct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0" strike="noStrike" u="none">
                <a:solidFill>
                  <a:srgbClr val="000000"/>
                </a:solidFill>
                <a:effectLst/>
                <a:uFillTx/>
                <a:latin typeface="Times New Roman"/>
              </a:rPr>
              <a:t>?</a:t>
            </a:r>
            <a:endParaRPr b="0" lang="en-IN" sz="6000" strike="noStrike" u="none">
              <a:solidFill>
                <a:srgbClr val="000000"/>
              </a:solidFill>
              <a:effectLst/>
              <a:uFillTx/>
              <a:latin typeface="Times New Roman"/>
            </a:endParaRPr>
          </a:p>
          <a:p>
            <a:pP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6000" strike="noStrike" u="none">
              <a:solidFill>
                <a:srgbClr val="000000"/>
              </a:solidFill>
              <a:effectLst/>
              <a:uFillTx/>
              <a:latin typeface="Times New Roman"/>
            </a:endParaRPr>
          </a:p>
        </p:txBody>
      </p:sp>
      <p:sp>
        <p:nvSpPr>
          <p:cNvPr id="142" name=""/>
          <p:cNvSpPr/>
          <p:nvPr/>
        </p:nvSpPr>
        <p:spPr>
          <a:xfrm>
            <a:off x="1523880" y="4572000"/>
            <a:ext cx="1447920" cy="2399040"/>
          </a:xfrm>
          <a:prstGeom prst="rect">
            <a:avLst/>
          </a:prstGeom>
          <a:noFill/>
          <a:ln w="0">
            <a:noFill/>
          </a:ln>
        </p:spPr>
        <p:style>
          <a:lnRef idx="0"/>
          <a:fillRef idx="0"/>
          <a:effectRef idx="0"/>
          <a:fontRef idx="minor"/>
        </p:style>
        <p:txBody>
          <a:bodyPr lIns="90000" rIns="90000" tIns="46800" bIns="46800" anchor="t">
            <a:spAutoFit/>
          </a:bodyPr>
          <a:p>
            <a:pPr algn="ct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0" strike="noStrike" u="none">
                <a:solidFill>
                  <a:srgbClr val="000000"/>
                </a:solidFill>
                <a:effectLst/>
                <a:uFillTx/>
                <a:latin typeface="Times New Roman"/>
              </a:rPr>
              <a:t>?</a:t>
            </a:r>
            <a:endParaRPr b="0" lang="en-IN" sz="6000" strike="noStrike" u="none">
              <a:solidFill>
                <a:srgbClr val="000000"/>
              </a:solidFill>
              <a:effectLst/>
              <a:uFillTx/>
              <a:latin typeface="Times New Roman"/>
            </a:endParaRPr>
          </a:p>
          <a:p>
            <a:pP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6000" strike="noStrike" u="none">
              <a:solidFill>
                <a:srgbClr val="000000"/>
              </a:solidFill>
              <a:effectLst/>
              <a:uFillTx/>
              <a:latin typeface="Times New Roman"/>
            </a:endParaRPr>
          </a:p>
        </p:txBody>
      </p:sp>
      <p:sp>
        <p:nvSpPr>
          <p:cNvPr id="143" name=""/>
          <p:cNvSpPr/>
          <p:nvPr/>
        </p:nvSpPr>
        <p:spPr>
          <a:xfrm>
            <a:off x="6629400" y="1066680"/>
            <a:ext cx="1143000" cy="2399040"/>
          </a:xfrm>
          <a:prstGeom prst="rect">
            <a:avLst/>
          </a:prstGeom>
          <a:noFill/>
          <a:ln w="0">
            <a:noFill/>
          </a:ln>
        </p:spPr>
        <p:style>
          <a:lnRef idx="0"/>
          <a:fillRef idx="0"/>
          <a:effectRef idx="0"/>
          <a:fontRef idx="minor"/>
        </p:style>
        <p:txBody>
          <a:bodyPr lIns="90000" rIns="90000" tIns="46800" bIns="46800" anchor="t">
            <a:spAutoFit/>
          </a:bodyPr>
          <a:p>
            <a:pPr algn="ct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0" strike="noStrike" u="none">
                <a:solidFill>
                  <a:srgbClr val="000000"/>
                </a:solidFill>
                <a:effectLst/>
                <a:uFillTx/>
                <a:latin typeface="Times New Roman"/>
              </a:rPr>
              <a:t>?</a:t>
            </a:r>
            <a:endParaRPr b="0" lang="en-IN" sz="6000" strike="noStrike" u="none">
              <a:solidFill>
                <a:srgbClr val="000000"/>
              </a:solidFill>
              <a:effectLst/>
              <a:uFillTx/>
              <a:latin typeface="Times New Roman"/>
            </a:endParaRPr>
          </a:p>
          <a:p>
            <a:pP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6000" strike="noStrike" u="none">
              <a:solidFill>
                <a:srgbClr val="000000"/>
              </a:solidFill>
              <a:effectLst/>
              <a:uFillTx/>
              <a:latin typeface="Times New Roman"/>
            </a:endParaRPr>
          </a:p>
        </p:txBody>
      </p:sp>
      <p:sp>
        <p:nvSpPr>
          <p:cNvPr id="144" name=""/>
          <p:cNvSpPr/>
          <p:nvPr/>
        </p:nvSpPr>
        <p:spPr>
          <a:xfrm>
            <a:off x="1371600" y="2286000"/>
            <a:ext cx="1447920" cy="2399040"/>
          </a:xfrm>
          <a:prstGeom prst="rect">
            <a:avLst/>
          </a:prstGeom>
          <a:noFill/>
          <a:ln w="0">
            <a:noFill/>
          </a:ln>
        </p:spPr>
        <p:style>
          <a:lnRef idx="0"/>
          <a:fillRef idx="0"/>
          <a:effectRef idx="0"/>
          <a:fontRef idx="minor"/>
        </p:style>
        <p:txBody>
          <a:bodyPr lIns="90000" rIns="90000" tIns="46800" bIns="46800" anchor="t">
            <a:spAutoFit/>
          </a:bodyPr>
          <a:p>
            <a:pPr algn="ct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0" strike="noStrike" u="none">
                <a:solidFill>
                  <a:srgbClr val="000000"/>
                </a:solidFill>
                <a:effectLst/>
                <a:uFillTx/>
                <a:latin typeface="Times New Roman"/>
              </a:rPr>
              <a:t>?</a:t>
            </a:r>
            <a:endParaRPr b="0" lang="en-IN" sz="6000" strike="noStrike" u="none">
              <a:solidFill>
                <a:srgbClr val="000000"/>
              </a:solidFill>
              <a:effectLst/>
              <a:uFillTx/>
              <a:latin typeface="Times New Roman"/>
            </a:endParaRPr>
          </a:p>
          <a:p>
            <a:pP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6000" strike="noStrike" u="none">
              <a:solidFill>
                <a:srgbClr val="000000"/>
              </a:solidFill>
              <a:effectLst/>
              <a:uFillTx/>
              <a:latin typeface="Times New Roman"/>
            </a:endParaRPr>
          </a:p>
        </p:txBody>
      </p:sp>
      <p:sp>
        <p:nvSpPr>
          <p:cNvPr id="145" name=""/>
          <p:cNvSpPr/>
          <p:nvPr/>
        </p:nvSpPr>
        <p:spPr>
          <a:xfrm>
            <a:off x="3200400" y="762120"/>
            <a:ext cx="990720" cy="2399040"/>
          </a:xfrm>
          <a:prstGeom prst="rect">
            <a:avLst/>
          </a:prstGeom>
          <a:noFill/>
          <a:ln w="0">
            <a:noFill/>
          </a:ln>
        </p:spPr>
        <p:style>
          <a:lnRef idx="0"/>
          <a:fillRef idx="0"/>
          <a:effectRef idx="0"/>
          <a:fontRef idx="minor"/>
        </p:style>
        <p:txBody>
          <a:bodyPr lIns="90000" rIns="90000" tIns="46800" bIns="46800" anchor="t">
            <a:spAutoFit/>
          </a:bodyPr>
          <a:p>
            <a:pPr algn="ct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0" strike="noStrike" u="none">
                <a:solidFill>
                  <a:srgbClr val="000000"/>
                </a:solidFill>
                <a:effectLst/>
                <a:uFillTx/>
                <a:latin typeface="Times New Roman"/>
              </a:rPr>
              <a:t>?</a:t>
            </a:r>
            <a:endParaRPr b="0" lang="en-IN" sz="6000" strike="noStrike" u="none">
              <a:solidFill>
                <a:srgbClr val="000000"/>
              </a:solidFill>
              <a:effectLst/>
              <a:uFillTx/>
              <a:latin typeface="Times New Roman"/>
            </a:endParaRPr>
          </a:p>
          <a:p>
            <a:pP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6000" strike="noStrike" u="none">
              <a:solidFill>
                <a:srgbClr val="000000"/>
              </a:solidFill>
              <a:effectLst/>
              <a:uFillTx/>
              <a:latin typeface="Times New Roman"/>
            </a:endParaRPr>
          </a:p>
        </p:txBody>
      </p:sp>
      <p:sp>
        <p:nvSpPr>
          <p:cNvPr id="146" name=""/>
          <p:cNvSpPr/>
          <p:nvPr/>
        </p:nvSpPr>
        <p:spPr>
          <a:xfrm>
            <a:off x="5943600" y="4267080"/>
            <a:ext cx="1676520" cy="2399040"/>
          </a:xfrm>
          <a:prstGeom prst="rect">
            <a:avLst/>
          </a:prstGeom>
          <a:noFill/>
          <a:ln w="0">
            <a:noFill/>
          </a:ln>
        </p:spPr>
        <p:style>
          <a:lnRef idx="0"/>
          <a:fillRef idx="0"/>
          <a:effectRef idx="0"/>
          <a:fontRef idx="minor"/>
        </p:style>
        <p:txBody>
          <a:bodyPr lIns="90000" rIns="90000" tIns="46800" bIns="46800" anchor="t">
            <a:spAutoFit/>
          </a:bodyPr>
          <a:p>
            <a:pPr algn="ct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0" strike="noStrike" u="none">
                <a:solidFill>
                  <a:srgbClr val="000000"/>
                </a:solidFill>
                <a:effectLst/>
                <a:uFillTx/>
                <a:latin typeface="Times New Roman"/>
              </a:rPr>
              <a:t>?</a:t>
            </a:r>
            <a:endParaRPr b="0" lang="en-IN" sz="6000" strike="noStrike" u="none">
              <a:solidFill>
                <a:srgbClr val="000000"/>
              </a:solidFill>
              <a:effectLst/>
              <a:uFillTx/>
              <a:latin typeface="Times New Roman"/>
            </a:endParaRPr>
          </a:p>
          <a:p>
            <a:pPr>
              <a:spcBef>
                <a:spcPts val="3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6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372" dur="indefinite" restart="never" nodeType="tmRoot">
          <p:childTnLst>
            <p:seq>
              <p:cTn id="373" dur="indefinite" nodeType="mainSeq">
                <p:childTnLst>
                  <p:par>
                    <p:cTn id="374" fill="hold">
                      <p:stCondLst>
                        <p:cond delay="indefinite"/>
                      </p:stCondLst>
                      <p:childTnLst>
                        <p:par>
                          <p:cTn id="375" fill="hold">
                            <p:stCondLst>
                              <p:cond delay="0"/>
                            </p:stCondLst>
                            <p:childTnLst>
                              <p:par>
                                <p:cTn id="376" nodeType="clickEffect" fill="hold" presetClass="entr" presetID="1">
                                  <p:stCondLst>
                                    <p:cond delay="0"/>
                                  </p:stCondLst>
                                  <p:childTnLst>
                                    <p:set>
                                      <p:cBhvr>
                                        <p:cTn id="377" dur="1" fill="hold">
                                          <p:stCondLst>
                                            <p:cond delay="499"/>
                                          </p:stCondLst>
                                        </p:cTn>
                                        <p:tgtEl>
                                          <p:spTgt spid="138"/>
                                        </p:tgtEl>
                                        <p:attrNameLst>
                                          <p:attrName>style.visibility</p:attrName>
                                        </p:attrNameLst>
                                      </p:cBhvr>
                                      <p:to>
                                        <p:strVal val="visible"/>
                                      </p:to>
                                    </p:set>
                                  </p:childTnLst>
                                </p:cTn>
                              </p:par>
                            </p:childTnLst>
                          </p:cTn>
                        </p:par>
                        <p:par>
                          <p:cTn id="378" fill="hold">
                            <p:stCondLst>
                              <p:cond delay="500"/>
                            </p:stCondLst>
                            <p:childTnLst>
                              <p:par>
                                <p:cTn id="379" nodeType="afterEffect" fill="hold" presetClass="entr" presetID="1">
                                  <p:stCondLst>
                                    <p:cond delay="2000"/>
                                  </p:stCondLst>
                                  <p:childTnLst>
                                    <p:set>
                                      <p:cBhvr>
                                        <p:cTn id="380" dur="1" fill="hold">
                                          <p:stCondLst>
                                            <p:cond delay="499"/>
                                          </p:stCondLst>
                                        </p:cTn>
                                        <p:tgtEl>
                                          <p:spTgt spid="139"/>
                                        </p:tgtEl>
                                        <p:attrNameLst>
                                          <p:attrName>style.visibility</p:attrName>
                                        </p:attrNameLst>
                                      </p:cBhvr>
                                      <p:to>
                                        <p:strVal val="visible"/>
                                      </p:to>
                                    </p:set>
                                  </p:childTnLst>
                                </p:cTn>
                              </p:par>
                              <p:set>
                                <p:cBhvr>
                                  <p:cTn id="381" dur="1" fill="hold">
                                    <p:stCondLst>
                                      <p:cond evt="end">
                                        <p:tn val="379"/>
                                      </p:cond>
                                    </p:stCondLst>
                                  </p:cTn>
                                  <p:tgtEl>
                                    <p:spTgt spid="139"/>
                                  </p:tgtEl>
                                  <p:attrNameLst>
                                    <p:attrName>style.visibility</p:attrName>
                                  </p:attrNameLst>
                                </p:cBhvr>
                                <p:to>
                                  <p:strVal val="hidden"/>
                                </p:to>
                              </p:set>
                            </p:childTnLst>
                          </p:cTn>
                        </p:par>
                        <p:par>
                          <p:cTn id="382" fill="hold">
                            <p:stCondLst>
                              <p:cond delay="3000"/>
                            </p:stCondLst>
                            <p:childTnLst>
                              <p:par>
                                <p:cTn id="383" nodeType="afterEffect" fill="hold" presetClass="entr" presetID="1">
                                  <p:stCondLst>
                                    <p:cond delay="2000"/>
                                  </p:stCondLst>
                                  <p:endCondLst>
                                    <p:cond evt="begin"/>
                                  </p:endCondLst>
                                  <p:childTnLst>
                                    <p:set>
                                      <p:cBhvr>
                                        <p:cTn id="384" dur="1" fill="hold">
                                          <p:stCondLst>
                                            <p:cond delay="499"/>
                                          </p:stCondLst>
                                        </p:cTn>
                                        <p:tgtEl>
                                          <p:spTgt spid="140"/>
                                        </p:tgtEl>
                                        <p:attrNameLst>
                                          <p:attrName>style.visibility</p:attrName>
                                        </p:attrNameLst>
                                      </p:cBhvr>
                                      <p:to>
                                        <p:strVal val="visible"/>
                                      </p:to>
                                    </p:set>
                                  </p:childTnLst>
                                </p:cTn>
                              </p:par>
                              <p:set>
                                <p:cBhvr>
                                  <p:cTn id="385" dur="1" fill="hold">
                                    <p:stCondLst>
                                      <p:cond evt="end">
                                        <p:tn val="383"/>
                                      </p:cond>
                                    </p:stCondLst>
                                  </p:cTn>
                                  <p:tgtEl>
                                    <p:spTgt spid="140"/>
                                  </p:tgtEl>
                                  <p:attrNameLst>
                                    <p:attrName>style.visibility</p:attrName>
                                  </p:attrNameLst>
                                </p:cBhvr>
                                <p:to>
                                  <p:strVal val="hidden"/>
                                </p:to>
                              </p:set>
                            </p:childTnLst>
                          </p:cTn>
                        </p:par>
                        <p:par>
                          <p:cTn id="386" fill="hold">
                            <p:stCondLst>
                              <p:cond delay="5500"/>
                            </p:stCondLst>
                            <p:childTnLst>
                              <p:par>
                                <p:cTn id="387" nodeType="afterEffect" fill="hold" presetClass="entr" presetID="1">
                                  <p:stCondLst>
                                    <p:cond delay="2000"/>
                                  </p:stCondLst>
                                  <p:childTnLst>
                                    <p:set>
                                      <p:cBhvr>
                                        <p:cTn id="388" dur="1" fill="hold">
                                          <p:stCondLst>
                                            <p:cond delay="499"/>
                                          </p:stCondLst>
                                        </p:cTn>
                                        <p:tgtEl>
                                          <p:spTgt spid="142"/>
                                        </p:tgtEl>
                                        <p:attrNameLst>
                                          <p:attrName>style.visibility</p:attrName>
                                        </p:attrNameLst>
                                      </p:cBhvr>
                                      <p:to>
                                        <p:strVal val="visible"/>
                                      </p:to>
                                    </p:set>
                                  </p:childTnLst>
                                </p:cTn>
                              </p:par>
                              <p:set>
                                <p:cBhvr>
                                  <p:cTn id="389" dur="1" fill="hold">
                                    <p:stCondLst>
                                      <p:cond evt="end">
                                        <p:tn val="387"/>
                                      </p:cond>
                                    </p:stCondLst>
                                  </p:cTn>
                                  <p:tgtEl>
                                    <p:spTgt spid="142"/>
                                  </p:tgtEl>
                                  <p:attrNameLst>
                                    <p:attrName>style.visibility</p:attrName>
                                  </p:attrNameLst>
                                </p:cBhvr>
                                <p:to>
                                  <p:strVal val="hidden"/>
                                </p:to>
                              </p:set>
                            </p:childTnLst>
                          </p:cTn>
                        </p:par>
                        <p:par>
                          <p:cTn id="390" fill="hold">
                            <p:stCondLst>
                              <p:cond delay="8000"/>
                            </p:stCondLst>
                            <p:childTnLst>
                              <p:par>
                                <p:cTn id="391" nodeType="afterEffect" fill="hold" presetClass="entr" presetID="1">
                                  <p:stCondLst>
                                    <p:cond delay="2000"/>
                                  </p:stCondLst>
                                  <p:childTnLst>
                                    <p:set>
                                      <p:cBhvr>
                                        <p:cTn id="392" dur="1" fill="hold">
                                          <p:stCondLst>
                                            <p:cond delay="499"/>
                                          </p:stCondLst>
                                        </p:cTn>
                                        <p:tgtEl>
                                          <p:spTgt spid="143"/>
                                        </p:tgtEl>
                                        <p:attrNameLst>
                                          <p:attrName>style.visibility</p:attrName>
                                        </p:attrNameLst>
                                      </p:cBhvr>
                                      <p:to>
                                        <p:strVal val="visible"/>
                                      </p:to>
                                    </p:set>
                                  </p:childTnLst>
                                </p:cTn>
                              </p:par>
                              <p:set>
                                <p:cBhvr>
                                  <p:cTn id="393" dur="1" fill="hold">
                                    <p:stCondLst>
                                      <p:cond evt="end">
                                        <p:tn val="391"/>
                                      </p:cond>
                                    </p:stCondLst>
                                  </p:cTn>
                                  <p:tgtEl>
                                    <p:spTgt spid="143"/>
                                  </p:tgtEl>
                                  <p:attrNameLst>
                                    <p:attrName>style.visibility</p:attrName>
                                  </p:attrNameLst>
                                </p:cBhvr>
                                <p:to>
                                  <p:strVal val="hidden"/>
                                </p:to>
                              </p:set>
                            </p:childTnLst>
                          </p:cTn>
                        </p:par>
                        <p:par>
                          <p:cTn id="394" fill="hold">
                            <p:stCondLst>
                              <p:cond delay="10500"/>
                            </p:stCondLst>
                            <p:childTnLst>
                              <p:par>
                                <p:cTn id="395" nodeType="afterEffect" fill="hold" presetClass="entr" presetID="1">
                                  <p:stCondLst>
                                    <p:cond delay="2000"/>
                                  </p:stCondLst>
                                  <p:childTnLst>
                                    <p:set>
                                      <p:cBhvr>
                                        <p:cTn id="396" dur="1" fill="hold">
                                          <p:stCondLst>
                                            <p:cond delay="499"/>
                                          </p:stCondLst>
                                        </p:cTn>
                                        <p:tgtEl>
                                          <p:spTgt spid="144"/>
                                        </p:tgtEl>
                                        <p:attrNameLst>
                                          <p:attrName>style.visibility</p:attrName>
                                        </p:attrNameLst>
                                      </p:cBhvr>
                                      <p:to>
                                        <p:strVal val="visible"/>
                                      </p:to>
                                    </p:set>
                                  </p:childTnLst>
                                </p:cTn>
                              </p:par>
                              <p:set>
                                <p:cBhvr>
                                  <p:cTn id="397" dur="1" fill="hold">
                                    <p:stCondLst>
                                      <p:cond evt="end">
                                        <p:tn val="395"/>
                                      </p:cond>
                                    </p:stCondLst>
                                  </p:cTn>
                                  <p:tgtEl>
                                    <p:spTgt spid="144"/>
                                  </p:tgtEl>
                                  <p:attrNameLst>
                                    <p:attrName>style.visibility</p:attrName>
                                  </p:attrNameLst>
                                </p:cBhvr>
                                <p:to>
                                  <p:strVal val="hidden"/>
                                </p:to>
                              </p:set>
                            </p:childTnLst>
                          </p:cTn>
                        </p:par>
                        <p:par>
                          <p:cTn id="398" fill="hold">
                            <p:stCondLst>
                              <p:cond delay="13000"/>
                            </p:stCondLst>
                            <p:childTnLst>
                              <p:par>
                                <p:cTn id="399" nodeType="afterEffect" fill="hold" presetClass="entr" presetID="1">
                                  <p:stCondLst>
                                    <p:cond delay="2000"/>
                                  </p:stCondLst>
                                  <p:childTnLst>
                                    <p:set>
                                      <p:cBhvr>
                                        <p:cTn id="400" dur="1" fill="hold">
                                          <p:stCondLst>
                                            <p:cond delay="499"/>
                                          </p:stCondLst>
                                        </p:cTn>
                                        <p:tgtEl>
                                          <p:spTgt spid="145"/>
                                        </p:tgtEl>
                                        <p:attrNameLst>
                                          <p:attrName>style.visibility</p:attrName>
                                        </p:attrNameLst>
                                      </p:cBhvr>
                                      <p:to>
                                        <p:strVal val="visible"/>
                                      </p:to>
                                    </p:set>
                                  </p:childTnLst>
                                </p:cTn>
                              </p:par>
                              <p:set>
                                <p:cBhvr>
                                  <p:cTn id="401" dur="1" fill="hold">
                                    <p:stCondLst>
                                      <p:cond evt="end">
                                        <p:tn val="399"/>
                                      </p:cond>
                                    </p:stCondLst>
                                  </p:cTn>
                                  <p:tgtEl>
                                    <p:spTgt spid="145"/>
                                  </p:tgtEl>
                                  <p:attrNameLst>
                                    <p:attrName>style.visibility</p:attrName>
                                  </p:attrNameLst>
                                </p:cBhvr>
                                <p:to>
                                  <p:strVal val="hidden"/>
                                </p:to>
                              </p:set>
                            </p:childTnLst>
                          </p:cTn>
                        </p:par>
                        <p:par>
                          <p:cTn id="402" fill="hold">
                            <p:stCondLst>
                              <p:cond delay="15500"/>
                            </p:stCondLst>
                            <p:childTnLst>
                              <p:par>
                                <p:cTn id="403" nodeType="afterEffect" fill="hold" presetClass="entr" presetID="1">
                                  <p:stCondLst>
                                    <p:cond delay="2000"/>
                                  </p:stCondLst>
                                  <p:childTnLst>
                                    <p:set>
                                      <p:cBhvr>
                                        <p:cTn id="404" dur="1" fill="hold">
                                          <p:stCondLst>
                                            <p:cond delay="499"/>
                                          </p:stCondLst>
                                        </p:cTn>
                                        <p:tgtEl>
                                          <p:spTgt spid="146"/>
                                        </p:tgtEl>
                                        <p:attrNameLst>
                                          <p:attrName>style.visibility</p:attrName>
                                        </p:attrNameLst>
                                      </p:cBhvr>
                                      <p:to>
                                        <p:strVal val="visible"/>
                                      </p:to>
                                    </p:set>
                                  </p:childTnLst>
                                </p:cTn>
                              </p:par>
                              <p:set>
                                <p:cBhvr>
                                  <p:cTn id="405" dur="1" fill="hold">
                                    <p:stCondLst>
                                      <p:cond evt="end">
                                        <p:tn val="403"/>
                                      </p:cond>
                                    </p:stCondLst>
                                  </p:cTn>
                                  <p:tgtEl>
                                    <p:spTgt spid="146"/>
                                  </p:tgtEl>
                                  <p:attrNameLst>
                                    <p:attrName>style.visibility</p:attrName>
                                  </p:attrNameLst>
                                </p:cBhvr>
                                <p:to>
                                  <p:strVal val="hidden"/>
                                </p:to>
                              </p:set>
                            </p:childTnLst>
                          </p:cTn>
                        </p:par>
                        <p:par>
                          <p:cTn id="406" fill="hold">
                            <p:stCondLst>
                              <p:cond delay="18000"/>
                            </p:stCondLst>
                            <p:childTnLst>
                              <p:par>
                                <p:cTn id="407" nodeType="afterEffect" fill="hold" presetClass="entr" presetID="1">
                                  <p:stCondLst>
                                    <p:cond delay="2000"/>
                                  </p:stCondLst>
                                  <p:childTnLst>
                                    <p:set>
                                      <p:cBhvr>
                                        <p:cTn id="408" dur="1" fill="hold">
                                          <p:stCondLst>
                                            <p:cond delay="499"/>
                                          </p:stCondLst>
                                        </p:cTn>
                                        <p:tgtEl>
                                          <p:spTgt spid="141"/>
                                        </p:tgtEl>
                                        <p:attrNameLst>
                                          <p:attrName>style.visibility</p:attrName>
                                        </p:attrNameLst>
                                      </p:cBhvr>
                                      <p:to>
                                        <p:strVal val="visible"/>
                                      </p:to>
                                    </p:set>
                                  </p:childTnLst>
                                </p:cTn>
                              </p:par>
                              <p:set>
                                <p:cBhvr>
                                  <p:cTn id="409" dur="1" fill="hold">
                                    <p:stCondLst>
                                      <p:cond evt="end">
                                        <p:tn val="407"/>
                                      </p:cond>
                                    </p:stCondLst>
                                  </p:cTn>
                                  <p:tgtEl>
                                    <p:spTgt spid="141"/>
                                  </p:tgtEl>
                                  <p:attrNameLst>
                                    <p:attrName>style.visibility</p:attrName>
                                  </p:attrNameLst>
                                </p:cBhvr>
                                <p:to>
                                  <p:strVal val="hidden"/>
                                </p:to>
                              </p:set>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47"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221304"/>
                </a:solidFill>
                <a:effectLst/>
                <a:uFillTx/>
                <a:latin typeface="Comic Sans MS"/>
              </a:rPr>
              <a:t>How do you sell the idea of team planning to frustrated staff members?</a:t>
            </a:r>
            <a:endParaRPr b="0" lang="en-IN" sz="3600" strike="noStrike" u="none">
              <a:solidFill>
                <a:srgbClr val="221304"/>
              </a:solidFill>
              <a:effectLst/>
              <a:uFillTx/>
              <a:latin typeface="Times New Roman"/>
            </a:endParaRPr>
          </a:p>
        </p:txBody>
      </p:sp>
      <p:sp>
        <p:nvSpPr>
          <p:cNvPr id="148" name="PlaceHolder 2"/>
          <p:cNvSpPr>
            <a:spLocks noGrp="1"/>
          </p:cNvSpPr>
          <p:nvPr>
            <p:ph/>
          </p:nvPr>
        </p:nvSpPr>
        <p:spPr>
          <a:xfrm>
            <a:off x="1142640" y="2514600"/>
            <a:ext cx="7620120" cy="4114800"/>
          </a:xfrm>
          <a:prstGeom prst="rect">
            <a:avLst/>
          </a:prstGeom>
          <a:noFill/>
          <a:ln w="0">
            <a:noFill/>
          </a:ln>
        </p:spPr>
        <p:txBody>
          <a:bodyPr lIns="90000" rIns="90000" tIns="46800" bIns="46800" anchor="t">
            <a:normAutofit/>
          </a:bodyPr>
          <a:p>
            <a:pPr marL="343080" indent="-343080" algn="ctr">
              <a:lnSpc>
                <a:spcPct val="100000"/>
              </a:lnSpc>
              <a:spcBef>
                <a:spcPts val="15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6000" strike="noStrike" u="none">
                <a:solidFill>
                  <a:srgbClr val="000000"/>
                </a:solidFill>
                <a:effectLst/>
                <a:uFillTx/>
                <a:latin typeface="Comic Sans MS"/>
              </a:rPr>
              <a:t>TIME</a:t>
            </a:r>
            <a:endParaRPr b="0" lang="en-IN" sz="6000" strike="noStrike" u="none">
              <a:solidFill>
                <a:srgbClr val="000000"/>
              </a:solidFill>
              <a:effectLst/>
              <a:uFillTx/>
              <a:latin typeface="Times New Roman"/>
            </a:endParaRPr>
          </a:p>
        </p:txBody>
      </p:sp>
      <p:pic>
        <p:nvPicPr>
          <p:cNvPr id="149" name="" descr=""/>
          <p:cNvPicPr/>
          <p:nvPr/>
        </p:nvPicPr>
        <p:blipFill>
          <a:blip r:embed="rId1"/>
          <a:stretch/>
        </p:blipFill>
        <p:spPr>
          <a:xfrm>
            <a:off x="3809880" y="3733920"/>
            <a:ext cx="2422800" cy="1812960"/>
          </a:xfrm>
          <a:prstGeom prst="rect">
            <a:avLst/>
          </a:prstGeom>
          <a:noFill/>
          <a:ln w="0">
            <a:noFill/>
          </a:ln>
        </p:spPr>
      </p:pic>
    </p:spTree>
  </p:cSld>
  <mc:AlternateContent>
    <mc:Choice Requires="p14">
      <p:transition spd="slow" p14:dur="2000"/>
    </mc:Choice>
    <mc:Fallback>
      <p:transition spd="slow"/>
    </mc:Fallback>
  </mc:AlternateContent>
  <p:timing>
    <p:tnLst>
      <p:par>
        <p:cTn id="410" dur="indefinite" restart="never" nodeType="tmRoot">
          <p:childTnLst>
            <p:seq>
              <p:cTn id="411" dur="indefinite" nodeType="mainSeq">
                <p:childTnLst>
                  <p:par>
                    <p:cTn id="412" fill="hold">
                      <p:stCondLst>
                        <p:cond delay="indefinite"/>
                      </p:stCondLst>
                      <p:childTnLst>
                        <p:par>
                          <p:cTn id="413" fill="hold">
                            <p:stCondLst>
                              <p:cond delay="0"/>
                            </p:stCondLst>
                            <p:childTnLst>
                              <p:par>
                                <p:cTn id="414" nodeType="clickEffect" fill="hold" presetClass="entr" presetID="2" presetSubtype="8">
                                  <p:stCondLst>
                                    <p:cond delay="0"/>
                                  </p:stCondLst>
                                  <p:childTnLst>
                                    <p:set>
                                      <p:cBhvr>
                                        <p:cTn id="415" dur="1" fill="hold">
                                          <p:stCondLst>
                                            <p:cond delay="0"/>
                                          </p:stCondLst>
                                        </p:cTn>
                                        <p:tgtEl>
                                          <p:spTgt spid="148">
                                            <p:txEl>
                                              <p:pRg st="0" end="0"/>
                                            </p:txEl>
                                          </p:spTgt>
                                        </p:tgtEl>
                                        <p:attrNameLst>
                                          <p:attrName>style.visibility</p:attrName>
                                        </p:attrNameLst>
                                      </p:cBhvr>
                                      <p:to>
                                        <p:strVal val="visible"/>
                                      </p:to>
                                    </p:set>
                                    <p:anim calcmode="lin" valueType="num">
                                      <p:cBhvr additive="base">
                                        <p:cTn id="416" dur="500" fill="hold"/>
                                        <p:tgtEl>
                                          <p:spTgt spid="148">
                                            <p:txEl>
                                              <p:pRg st="0" end="0"/>
                                            </p:txEl>
                                          </p:spTgt>
                                        </p:tgtEl>
                                        <p:attrNameLst>
                                          <p:attrName>ppt_x</p:attrName>
                                        </p:attrNameLst>
                                      </p:cBhvr>
                                      <p:tavLst>
                                        <p:tav tm="0">
                                          <p:val>
                                            <p:strVal val="0-#ppt_w/2"/>
                                          </p:val>
                                        </p:tav>
                                        <p:tav tm="100000">
                                          <p:val>
                                            <p:strVal val="#ppt_x"/>
                                          </p:val>
                                        </p:tav>
                                      </p:tavLst>
                                    </p:anim>
                                    <p:anim calcmode="lin" valueType="num">
                                      <p:cBhvr additive="base">
                                        <p:cTn id="417" dur="500" fill="hold"/>
                                        <p:tgtEl>
                                          <p:spTgt spid="14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18" fill="hold">
                      <p:stCondLst>
                        <p:cond delay="indefinite"/>
                      </p:stCondLst>
                      <p:childTnLst>
                        <p:par>
                          <p:cTn id="419" fill="hold">
                            <p:stCondLst>
                              <p:cond delay="0"/>
                            </p:stCondLst>
                            <p:childTnLst>
                              <p:par>
                                <p:cTn id="420" nodeType="clickEffect" fill="hold" presetClass="entr" presetID="1">
                                  <p:stCondLst>
                                    <p:cond delay="0"/>
                                  </p:stCondLst>
                                  <p:childTnLst>
                                    <p:set>
                                      <p:cBhvr>
                                        <p:cTn id="421" dur="1" fill="hold">
                                          <p:stCondLst>
                                            <p:cond delay="499"/>
                                          </p:stCondLst>
                                        </p:cTn>
                                        <p:tgtEl>
                                          <p:spTgt spid="1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pic>
        <p:nvPicPr>
          <p:cNvPr id="150" name="" descr=""/>
          <p:cNvPicPr/>
          <p:nvPr/>
        </p:nvPicPr>
        <p:blipFill>
          <a:blip r:embed="rId1"/>
          <a:stretch/>
        </p:blipFill>
        <p:spPr>
          <a:xfrm>
            <a:off x="914400" y="304920"/>
            <a:ext cx="5029200" cy="5006880"/>
          </a:xfrm>
          <a:prstGeom prst="rect">
            <a:avLst/>
          </a:prstGeom>
          <a:noFill/>
          <a:ln w="0">
            <a:noFill/>
          </a:ln>
        </p:spPr>
      </p:pic>
      <p:sp>
        <p:nvSpPr>
          <p:cNvPr id="151" name="PlaceHolder 1"/>
          <p:cNvSpPr>
            <a:spLocks noGrp="1"/>
          </p:cNvSpPr>
          <p:nvPr>
            <p:ph/>
          </p:nvPr>
        </p:nvSpPr>
        <p:spPr>
          <a:xfrm>
            <a:off x="990720" y="2286000"/>
            <a:ext cx="7619760" cy="4114800"/>
          </a:xfrm>
          <a:prstGeom prst="rect">
            <a:avLst/>
          </a:prstGeom>
          <a:noFill/>
          <a:ln w="0">
            <a:noFill/>
          </a:ln>
        </p:spPr>
        <p:txBody>
          <a:bodyPr lIns="90000" rIns="90000" tIns="46800" bIns="46800" anchor="t">
            <a:normAutofit/>
          </a:bodyPr>
          <a:p>
            <a:pPr marL="343080" indent="-343080" algn="ctr">
              <a:lnSpc>
                <a:spcPct val="100000"/>
              </a:lnSpc>
              <a:spcBef>
                <a:spcPts val="11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Comic Sans MS"/>
              </a:rPr>
              <a:t> </a:t>
            </a:r>
            <a:endParaRPr b="0" lang="en-IN" sz="4400" strike="noStrike" u="none">
              <a:solidFill>
                <a:srgbClr val="000000"/>
              </a:solidFill>
              <a:effectLst/>
              <a:uFillTx/>
              <a:latin typeface="Times New Roman"/>
            </a:endParaRPr>
          </a:p>
          <a:p>
            <a:pPr marL="343080" indent="-343080" algn="ctr">
              <a:lnSpc>
                <a:spcPct val="100000"/>
              </a:lnSpc>
              <a:spcBef>
                <a:spcPts val="11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Times New Roman"/>
            </a:endParaRPr>
          </a:p>
          <a:p>
            <a:pPr marL="343080" indent="-343080" algn="ctr">
              <a:lnSpc>
                <a:spcPct val="100000"/>
              </a:lnSpc>
              <a:spcBef>
                <a:spcPts val="11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Comic Sans MS"/>
              </a:rPr>
              <a:t>25 Minutes</a:t>
            </a:r>
            <a:endParaRPr b="0" lang="en-IN" sz="4400" strike="noStrike" u="none">
              <a:solidFill>
                <a:srgbClr val="000000"/>
              </a:solidFill>
              <a:effectLst/>
              <a:uFillTx/>
              <a:latin typeface="Times New Roman"/>
            </a:endParaRPr>
          </a:p>
          <a:p>
            <a:pPr marL="343080" indent="-343080" algn="ctr">
              <a:lnSpc>
                <a:spcPct val="100000"/>
              </a:lnSpc>
              <a:spcBef>
                <a:spcPts val="11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Comic Sans MS"/>
              </a:rPr>
              <a:t>=</a:t>
            </a:r>
            <a:endParaRPr b="0" lang="en-IN" sz="4400" strike="noStrike" u="none">
              <a:solidFill>
                <a:srgbClr val="000000"/>
              </a:solidFill>
              <a:effectLst/>
              <a:uFillTx/>
              <a:latin typeface="Times New Roman"/>
            </a:endParaRPr>
          </a:p>
          <a:p>
            <a:pPr marL="343080" indent="-343080" algn="ctr">
              <a:lnSpc>
                <a:spcPct val="100000"/>
              </a:lnSpc>
              <a:spcBef>
                <a:spcPts val="11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Comic Sans MS"/>
              </a:rPr>
              <a:t>a Plan</a:t>
            </a:r>
            <a:endParaRPr b="0" lang="en-IN" sz="4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Comic Sans MS"/>
              </a:rPr>
              <a:t>Team Members</a:t>
            </a:r>
            <a:endParaRPr b="0" lang="en-IN" sz="4400" strike="noStrike" u="none">
              <a:solidFill>
                <a:srgbClr val="221304"/>
              </a:solidFill>
              <a:effectLst/>
              <a:uFillTx/>
              <a:latin typeface="Times New Roman"/>
            </a:endParaRPr>
          </a:p>
        </p:txBody>
      </p:sp>
      <p:sp>
        <p:nvSpPr>
          <p:cNvPr id="153"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Leader</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Recorder</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Time Keeper or Timer</a:t>
            </a:r>
            <a:endParaRPr b="0" lang="en-IN" sz="3200" strike="noStrike" u="none">
              <a:solidFill>
                <a:srgbClr val="000000"/>
              </a:solidFill>
              <a:effectLst/>
              <a:uFillTx/>
              <a:latin typeface="Times New Roman"/>
            </a:endParaRPr>
          </a:p>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Parent Optional</a:t>
            </a:r>
            <a:endParaRPr b="0" lang="en-IN" sz="32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422" dur="indefinite" restart="never" nodeType="tmRoot">
          <p:childTnLst>
            <p:seq>
              <p:cTn id="423" dur="indefinite" nodeType="mainSeq">
                <p:childTnLst>
                  <p:par>
                    <p:cTn id="424" fill="hold">
                      <p:stCondLst>
                        <p:cond delay="indefinite"/>
                      </p:stCondLst>
                      <p:childTnLst>
                        <p:par>
                          <p:cTn id="425" fill="hold">
                            <p:stCondLst>
                              <p:cond delay="0"/>
                            </p:stCondLst>
                            <p:childTnLst>
                              <p:par>
                                <p:cTn id="426" nodeType="clickEffect" fill="hold" presetClass="entr" presetID="1">
                                  <p:stCondLst>
                                    <p:cond delay="0"/>
                                  </p:stCondLst>
                                  <p:childTnLst>
                                    <p:set>
                                      <p:cBhvr>
                                        <p:cTn id="427" dur="1" fill="hold">
                                          <p:stCondLst>
                                            <p:cond delay="499"/>
                                          </p:stCondLst>
                                        </p:cTn>
                                        <p:tgtEl>
                                          <p:spTgt spid="152"/>
                                        </p:tgtEl>
                                        <p:attrNameLst>
                                          <p:attrName>style.visibility</p:attrName>
                                        </p:attrNameLst>
                                      </p:cBhvr>
                                      <p:to>
                                        <p:strVal val="visible"/>
                                      </p:to>
                                    </p:set>
                                  </p:childTnLst>
                                </p:cTn>
                              </p:par>
                            </p:childTnLst>
                          </p:cTn>
                        </p:par>
                      </p:childTnLst>
                    </p:cTn>
                  </p:par>
                  <p:par>
                    <p:cTn id="428" fill="hold">
                      <p:stCondLst>
                        <p:cond delay="indefinite"/>
                      </p:stCondLst>
                      <p:childTnLst>
                        <p:par>
                          <p:cTn id="429" fill="hold">
                            <p:stCondLst>
                              <p:cond delay="0"/>
                            </p:stCondLst>
                            <p:childTnLst>
                              <p:par>
                                <p:cTn id="430" nodeType="clickEffect" fill="hold" presetClass="entr" presetID="1">
                                  <p:stCondLst>
                                    <p:cond delay="0"/>
                                  </p:stCondLst>
                                  <p:childTnLst>
                                    <p:set>
                                      <p:cBhvr>
                                        <p:cTn id="431" dur="1" fill="hold">
                                          <p:stCondLst>
                                            <p:cond delay="499"/>
                                          </p:stCondLst>
                                        </p:cTn>
                                        <p:tgtEl>
                                          <p:spTgt spid="153">
                                            <p:txEl>
                                              <p:pRg st="0" end="0"/>
                                            </p:txEl>
                                          </p:spTgt>
                                        </p:tgtEl>
                                        <p:attrNameLst>
                                          <p:attrName>style.visibility</p:attrName>
                                        </p:attrNameLst>
                                      </p:cBhvr>
                                      <p:to>
                                        <p:strVal val="visible"/>
                                      </p:to>
                                    </p:set>
                                  </p:childTnLst>
                                </p:cTn>
                              </p:par>
                            </p:childTnLst>
                          </p:cTn>
                        </p:par>
                      </p:childTnLst>
                    </p:cTn>
                  </p:par>
                  <p:par>
                    <p:cTn id="432" fill="hold">
                      <p:stCondLst>
                        <p:cond delay="indefinite"/>
                      </p:stCondLst>
                      <p:childTnLst>
                        <p:par>
                          <p:cTn id="433" fill="hold">
                            <p:stCondLst>
                              <p:cond delay="0"/>
                            </p:stCondLst>
                            <p:childTnLst>
                              <p:par>
                                <p:cTn id="434" nodeType="clickEffect" fill="hold" presetClass="entr" presetID="1">
                                  <p:stCondLst>
                                    <p:cond delay="0"/>
                                  </p:stCondLst>
                                  <p:childTnLst>
                                    <p:set>
                                      <p:cBhvr>
                                        <p:cTn id="435" dur="1" fill="hold">
                                          <p:stCondLst>
                                            <p:cond delay="499"/>
                                          </p:stCondLst>
                                        </p:cTn>
                                        <p:tgtEl>
                                          <p:spTgt spid="153">
                                            <p:txEl>
                                              <p:pRg st="1" end="1"/>
                                            </p:txEl>
                                          </p:spTgt>
                                        </p:tgtEl>
                                        <p:attrNameLst>
                                          <p:attrName>style.visibility</p:attrName>
                                        </p:attrNameLst>
                                      </p:cBhvr>
                                      <p:to>
                                        <p:strVal val="visible"/>
                                      </p:to>
                                    </p:set>
                                  </p:childTnLst>
                                </p:cTn>
                              </p:par>
                            </p:childTnLst>
                          </p:cTn>
                        </p:par>
                      </p:childTnLst>
                    </p:cTn>
                  </p:par>
                  <p:par>
                    <p:cTn id="436" fill="hold">
                      <p:stCondLst>
                        <p:cond delay="indefinite"/>
                      </p:stCondLst>
                      <p:childTnLst>
                        <p:par>
                          <p:cTn id="437" fill="hold">
                            <p:stCondLst>
                              <p:cond delay="0"/>
                            </p:stCondLst>
                            <p:childTnLst>
                              <p:par>
                                <p:cTn id="438" nodeType="clickEffect" fill="hold" presetClass="entr" presetID="1">
                                  <p:stCondLst>
                                    <p:cond delay="0"/>
                                  </p:stCondLst>
                                  <p:childTnLst>
                                    <p:set>
                                      <p:cBhvr>
                                        <p:cTn id="439" dur="1" fill="hold">
                                          <p:stCondLst>
                                            <p:cond delay="499"/>
                                          </p:stCondLst>
                                        </p:cTn>
                                        <p:tgtEl>
                                          <p:spTgt spid="153">
                                            <p:txEl>
                                              <p:pRg st="2" end="2"/>
                                            </p:txEl>
                                          </p:spTgt>
                                        </p:tgtEl>
                                        <p:attrNameLst>
                                          <p:attrName>style.visibility</p:attrName>
                                        </p:attrNameLst>
                                      </p:cBhvr>
                                      <p:to>
                                        <p:strVal val="visible"/>
                                      </p:to>
                                    </p:set>
                                  </p:childTnLst>
                                </p:cTn>
                              </p:par>
                            </p:childTnLst>
                          </p:cTn>
                        </p:par>
                      </p:childTnLst>
                    </p:cTn>
                  </p:par>
                  <p:par>
                    <p:cTn id="440" fill="hold">
                      <p:stCondLst>
                        <p:cond delay="indefinite"/>
                      </p:stCondLst>
                      <p:childTnLst>
                        <p:par>
                          <p:cTn id="441" fill="hold">
                            <p:stCondLst>
                              <p:cond delay="0"/>
                            </p:stCondLst>
                            <p:childTnLst>
                              <p:par>
                                <p:cTn id="442" nodeType="clickEffect" fill="hold" presetClass="entr" presetID="1">
                                  <p:stCondLst>
                                    <p:cond delay="0"/>
                                  </p:stCondLst>
                                  <p:childTnLst>
                                    <p:set>
                                      <p:cBhvr>
                                        <p:cTn id="443" dur="1" fill="hold">
                                          <p:stCondLst>
                                            <p:cond delay="499"/>
                                          </p:stCondLst>
                                        </p:cTn>
                                        <p:tgtEl>
                                          <p:spTgt spid="153">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54"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Comic Sans MS"/>
              </a:rPr>
              <a:t>Background</a:t>
            </a:r>
            <a:endParaRPr b="0" lang="en-IN" sz="4400" strike="noStrike" u="none">
              <a:solidFill>
                <a:srgbClr val="221304"/>
              </a:solidFill>
              <a:effectLst/>
              <a:uFillTx/>
              <a:latin typeface="Times New Roman"/>
            </a:endParaRPr>
          </a:p>
        </p:txBody>
      </p:sp>
      <p:sp>
        <p:nvSpPr>
          <p:cNvPr id="155"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(Six Minutes)</a:t>
            </a:r>
            <a:endParaRPr b="0" lang="en-IN" sz="3200" strike="noStrike" u="none">
              <a:solidFill>
                <a:srgbClr val="000000"/>
              </a:solidFill>
              <a:effectLst/>
              <a:uFillTx/>
              <a:latin typeface="Times New Roman"/>
            </a:endParaRPr>
          </a:p>
          <a:p>
            <a:pPr marL="343080" indent="-343080" algn="ctr">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Describe the problem (when, where, how often, how long, etc… the problem occurs.</a:t>
            </a:r>
            <a:endParaRPr b="0" lang="en-IN" sz="3200" strike="noStrike" u="none">
              <a:solidFill>
                <a:srgbClr val="000000"/>
              </a:solidFill>
              <a:effectLst/>
              <a:uFillTx/>
              <a:latin typeface="Times New Roman"/>
            </a:endParaRPr>
          </a:p>
          <a:p>
            <a:pPr marL="343080" indent="-343080" algn="ctr">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Identify student STRENGTHS</a:t>
            </a:r>
            <a:endParaRPr b="0" lang="en-IN" sz="3200" strike="noStrike" u="none">
              <a:solidFill>
                <a:srgbClr val="000000"/>
              </a:solidFill>
              <a:effectLst/>
              <a:uFillTx/>
              <a:latin typeface="Times New Roman"/>
            </a:endParaRPr>
          </a:p>
          <a:p>
            <a:pPr marL="343080" indent="-343080" algn="ctr">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Identify strategies already tried</a:t>
            </a:r>
            <a:endParaRPr b="0" lang="en-IN" sz="3200" strike="noStrike" u="none">
              <a:solidFill>
                <a:srgbClr val="000000"/>
              </a:solidFill>
              <a:effectLst/>
              <a:uFillTx/>
              <a:latin typeface="Times New Roman"/>
            </a:endParaRPr>
          </a:p>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0">
              <a:lnSpc>
                <a:spcPct val="10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
        <p:nvSpPr>
          <p:cNvPr id="156" name=""/>
          <p:cNvSpPr/>
          <p:nvPr/>
        </p:nvSpPr>
        <p:spPr>
          <a:xfrm>
            <a:off x="1143000" y="380880"/>
            <a:ext cx="21337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STEP 1:</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444" dur="indefinite" restart="never" nodeType="tmRoot">
          <p:childTnLst>
            <p:seq>
              <p:cTn id="445" dur="indefinite" nodeType="mainSeq">
                <p:childTnLst>
                  <p:par>
                    <p:cTn id="446" fill="hold">
                      <p:stCondLst>
                        <p:cond delay="indefinite"/>
                      </p:stCondLst>
                      <p:childTnLst>
                        <p:par>
                          <p:cTn id="447" fill="hold">
                            <p:stCondLst>
                              <p:cond delay="0"/>
                            </p:stCondLst>
                            <p:childTnLst>
                              <p:par>
                                <p:cTn id="448" nodeType="clickEffect" fill="hold" presetClass="entr" presetID="1">
                                  <p:stCondLst>
                                    <p:cond delay="0"/>
                                  </p:stCondLst>
                                  <p:childTnLst>
                                    <p:set>
                                      <p:cBhvr>
                                        <p:cTn id="449" dur="1" fill="hold">
                                          <p:stCondLst>
                                            <p:cond delay="499"/>
                                          </p:stCondLst>
                                        </p:cTn>
                                        <p:tgtEl>
                                          <p:spTgt spid="155">
                                            <p:txEl>
                                              <p:pRg st="0" end="0"/>
                                            </p:txEl>
                                          </p:spTgt>
                                        </p:tgtEl>
                                        <p:attrNameLst>
                                          <p:attrName>style.visibility</p:attrName>
                                        </p:attrNameLst>
                                      </p:cBhvr>
                                      <p:to>
                                        <p:strVal val="visible"/>
                                      </p:to>
                                    </p:set>
                                  </p:childTnLst>
                                </p:cTn>
                              </p:par>
                            </p:childTnLst>
                          </p:cTn>
                        </p:par>
                      </p:childTnLst>
                    </p:cTn>
                  </p:par>
                  <p:par>
                    <p:cTn id="450" fill="hold">
                      <p:stCondLst>
                        <p:cond delay="indefinite"/>
                      </p:stCondLst>
                      <p:childTnLst>
                        <p:par>
                          <p:cTn id="451" fill="hold">
                            <p:stCondLst>
                              <p:cond delay="0"/>
                            </p:stCondLst>
                            <p:childTnLst>
                              <p:par>
                                <p:cTn id="452" nodeType="clickEffect" fill="hold" presetClass="entr" presetID="1">
                                  <p:stCondLst>
                                    <p:cond delay="0"/>
                                  </p:stCondLst>
                                  <p:childTnLst>
                                    <p:set>
                                      <p:cBhvr>
                                        <p:cTn id="453" dur="1" fill="hold">
                                          <p:stCondLst>
                                            <p:cond delay="499"/>
                                          </p:stCondLst>
                                        </p:cTn>
                                        <p:tgtEl>
                                          <p:spTgt spid="155">
                                            <p:txEl>
                                              <p:pRg st="1" end="1"/>
                                            </p:txEl>
                                          </p:spTgt>
                                        </p:tgtEl>
                                        <p:attrNameLst>
                                          <p:attrName>style.visibility</p:attrName>
                                        </p:attrNameLst>
                                      </p:cBhvr>
                                      <p:to>
                                        <p:strVal val="visible"/>
                                      </p:to>
                                    </p:set>
                                  </p:childTnLst>
                                </p:cTn>
                              </p:par>
                            </p:childTnLst>
                          </p:cTn>
                        </p:par>
                      </p:childTnLst>
                    </p:cTn>
                  </p:par>
                  <p:par>
                    <p:cTn id="454" fill="hold">
                      <p:stCondLst>
                        <p:cond delay="indefinite"/>
                      </p:stCondLst>
                      <p:childTnLst>
                        <p:par>
                          <p:cTn id="455" fill="hold">
                            <p:stCondLst>
                              <p:cond delay="0"/>
                            </p:stCondLst>
                            <p:childTnLst>
                              <p:par>
                                <p:cTn id="456" nodeType="clickEffect" fill="hold" presetClass="entr" presetID="1">
                                  <p:stCondLst>
                                    <p:cond delay="0"/>
                                  </p:stCondLst>
                                  <p:childTnLst>
                                    <p:set>
                                      <p:cBhvr>
                                        <p:cTn id="457" dur="1" fill="hold">
                                          <p:stCondLst>
                                            <p:cond delay="499"/>
                                          </p:stCondLst>
                                        </p:cTn>
                                        <p:tgtEl>
                                          <p:spTgt spid="155">
                                            <p:txEl>
                                              <p:pRg st="2" end="2"/>
                                            </p:txEl>
                                          </p:spTgt>
                                        </p:tgtEl>
                                        <p:attrNameLst>
                                          <p:attrName>style.visibility</p:attrName>
                                        </p:attrNameLst>
                                      </p:cBhvr>
                                      <p:to>
                                        <p:strVal val="visible"/>
                                      </p:to>
                                    </p:set>
                                  </p:childTnLst>
                                </p:cTn>
                              </p:par>
                            </p:childTnLst>
                          </p:cTn>
                        </p:par>
                      </p:childTnLst>
                    </p:cTn>
                  </p:par>
                  <p:par>
                    <p:cTn id="458" fill="hold">
                      <p:stCondLst>
                        <p:cond delay="indefinite"/>
                      </p:stCondLst>
                      <p:childTnLst>
                        <p:par>
                          <p:cTn id="459" fill="hold">
                            <p:stCondLst>
                              <p:cond delay="0"/>
                            </p:stCondLst>
                            <p:childTnLst>
                              <p:par>
                                <p:cTn id="460" nodeType="clickEffect" fill="hold" presetClass="entr" presetID="1">
                                  <p:stCondLst>
                                    <p:cond delay="0"/>
                                  </p:stCondLst>
                                  <p:childTnLst>
                                    <p:set>
                                      <p:cBhvr>
                                        <p:cTn id="461" dur="1" fill="hold">
                                          <p:stCondLst>
                                            <p:cond delay="499"/>
                                          </p:stCondLst>
                                        </p:cTn>
                                        <p:tgtEl>
                                          <p:spTgt spid="155">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57"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Comic Sans MS"/>
              </a:rPr>
              <a:t>Problem and Goal</a:t>
            </a:r>
            <a:endParaRPr b="0" lang="en-IN" sz="4400" strike="noStrike" u="none">
              <a:solidFill>
                <a:srgbClr val="221304"/>
              </a:solidFill>
              <a:effectLst/>
              <a:uFillTx/>
              <a:latin typeface="Times New Roman"/>
            </a:endParaRPr>
          </a:p>
        </p:txBody>
      </p:sp>
      <p:sp>
        <p:nvSpPr>
          <p:cNvPr id="158"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(Two Minutes)</a:t>
            </a:r>
            <a:endParaRPr b="0" lang="en-IN" sz="3200" strike="noStrike" u="none">
              <a:solidFill>
                <a:srgbClr val="000000"/>
              </a:solidFill>
              <a:effectLst/>
              <a:uFillTx/>
              <a:latin typeface="Times New Roman"/>
            </a:endParaRPr>
          </a:p>
          <a:p>
            <a:pPr marL="343080" indent="-343080" algn="ctr">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Narrow the scope of the problem and identify a goal.</a:t>
            </a:r>
            <a:endParaRPr b="0" lang="en-IN" sz="3200" strike="noStrike" u="none">
              <a:solidFill>
                <a:srgbClr val="000000"/>
              </a:solidFill>
              <a:effectLst/>
              <a:uFillTx/>
              <a:latin typeface="Times New Roman"/>
            </a:endParaRPr>
          </a:p>
        </p:txBody>
      </p:sp>
      <p:sp>
        <p:nvSpPr>
          <p:cNvPr id="159" name=""/>
          <p:cNvSpPr/>
          <p:nvPr/>
        </p:nvSpPr>
        <p:spPr>
          <a:xfrm>
            <a:off x="1066680" y="380880"/>
            <a:ext cx="16765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STEP 2:</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462" dur="indefinite" restart="never" nodeType="tmRoot">
          <p:childTnLst>
            <p:seq>
              <p:cTn id="463" dur="indefinite" nodeType="mainSeq">
                <p:childTnLst>
                  <p:par>
                    <p:cTn id="464" fill="hold">
                      <p:stCondLst>
                        <p:cond delay="indefinite"/>
                      </p:stCondLst>
                      <p:childTnLst>
                        <p:par>
                          <p:cTn id="465" fill="hold">
                            <p:stCondLst>
                              <p:cond delay="0"/>
                            </p:stCondLst>
                            <p:childTnLst>
                              <p:par>
                                <p:cTn id="466" nodeType="clickEffect" fill="hold" presetClass="entr" presetID="1">
                                  <p:stCondLst>
                                    <p:cond delay="0"/>
                                  </p:stCondLst>
                                  <p:childTnLst>
                                    <p:set>
                                      <p:cBhvr>
                                        <p:cTn id="467" dur="1" fill="hold">
                                          <p:stCondLst>
                                            <p:cond delay="499"/>
                                          </p:stCondLst>
                                        </p:cTn>
                                        <p:tgtEl>
                                          <p:spTgt spid="158">
                                            <p:txEl>
                                              <p:pRg st="0" end="0"/>
                                            </p:txEl>
                                          </p:spTgt>
                                        </p:tgtEl>
                                        <p:attrNameLst>
                                          <p:attrName>style.visibility</p:attrName>
                                        </p:attrNameLst>
                                      </p:cBhvr>
                                      <p:to>
                                        <p:strVal val="visible"/>
                                      </p:to>
                                    </p:set>
                                  </p:childTnLst>
                                </p:cTn>
                              </p:par>
                            </p:childTnLst>
                          </p:cTn>
                        </p:par>
                      </p:childTnLst>
                    </p:cTn>
                  </p:par>
                  <p:par>
                    <p:cTn id="468" fill="hold">
                      <p:stCondLst>
                        <p:cond delay="indefinite"/>
                      </p:stCondLst>
                      <p:childTnLst>
                        <p:par>
                          <p:cTn id="469" fill="hold">
                            <p:stCondLst>
                              <p:cond delay="0"/>
                            </p:stCondLst>
                            <p:childTnLst>
                              <p:par>
                                <p:cTn id="470" nodeType="clickEffect" fill="hold" presetClass="entr" presetID="1">
                                  <p:stCondLst>
                                    <p:cond delay="0"/>
                                  </p:stCondLst>
                                  <p:childTnLst>
                                    <p:set>
                                      <p:cBhvr>
                                        <p:cTn id="471" dur="1" fill="hold">
                                          <p:stCondLst>
                                            <p:cond delay="499"/>
                                          </p:stCondLst>
                                        </p:cTn>
                                        <p:tgtEl>
                                          <p:spTgt spid="158">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60"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Comic Sans MS"/>
              </a:rPr>
              <a:t>Corrective Consequences</a:t>
            </a:r>
            <a:endParaRPr b="0" lang="en-IN" sz="4400" strike="noStrike" u="none">
              <a:solidFill>
                <a:srgbClr val="221304"/>
              </a:solidFill>
              <a:effectLst/>
              <a:uFillTx/>
              <a:latin typeface="Times New Roman"/>
            </a:endParaRPr>
          </a:p>
        </p:txBody>
      </p:sp>
      <p:sp>
        <p:nvSpPr>
          <p:cNvPr id="161"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(Two Minutes)</a:t>
            </a:r>
            <a:endParaRPr b="0" lang="en-IN" sz="3200" strike="noStrike" u="none">
              <a:solidFill>
                <a:srgbClr val="000000"/>
              </a:solidFill>
              <a:effectLst/>
              <a:uFillTx/>
              <a:latin typeface="Times New Roman"/>
            </a:endParaRPr>
          </a:p>
          <a:p>
            <a:pPr marL="343080" indent="-343080" algn="ctr">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Determine whether irresponsible or inappropriate behavior will be corrected, ignored, or whether a consequence will be implemented.</a:t>
            </a:r>
            <a:endParaRPr b="0" lang="en-IN" sz="3200" strike="noStrike" u="none">
              <a:solidFill>
                <a:srgbClr val="000000"/>
              </a:solidFill>
              <a:effectLst/>
              <a:uFillTx/>
              <a:latin typeface="Times New Roman"/>
            </a:endParaRPr>
          </a:p>
        </p:txBody>
      </p:sp>
      <p:sp>
        <p:nvSpPr>
          <p:cNvPr id="162" name=""/>
          <p:cNvSpPr/>
          <p:nvPr/>
        </p:nvSpPr>
        <p:spPr>
          <a:xfrm>
            <a:off x="1066680" y="380880"/>
            <a:ext cx="13716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STEP 3:</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472" dur="indefinite" restart="never" nodeType="tmRoot">
          <p:childTnLst>
            <p:seq>
              <p:cTn id="473" dur="indefinite" nodeType="mainSeq">
                <p:childTnLst>
                  <p:par>
                    <p:cTn id="474" fill="hold">
                      <p:stCondLst>
                        <p:cond delay="indefinite"/>
                      </p:stCondLst>
                      <p:childTnLst>
                        <p:par>
                          <p:cTn id="475" fill="hold">
                            <p:stCondLst>
                              <p:cond delay="0"/>
                            </p:stCondLst>
                            <p:childTnLst>
                              <p:par>
                                <p:cTn id="476" nodeType="clickEffect" fill="hold" presetClass="entr" presetID="1">
                                  <p:stCondLst>
                                    <p:cond delay="0"/>
                                  </p:stCondLst>
                                  <p:childTnLst>
                                    <p:set>
                                      <p:cBhvr>
                                        <p:cTn id="477" dur="1" fill="hold">
                                          <p:stCondLst>
                                            <p:cond delay="499"/>
                                          </p:stCondLst>
                                        </p:cTn>
                                        <p:tgtEl>
                                          <p:spTgt spid="161">
                                            <p:txEl>
                                              <p:pRg st="0" end="0"/>
                                            </p:txEl>
                                          </p:spTgt>
                                        </p:tgtEl>
                                        <p:attrNameLst>
                                          <p:attrName>style.visibility</p:attrName>
                                        </p:attrNameLst>
                                      </p:cBhvr>
                                      <p:to>
                                        <p:strVal val="visible"/>
                                      </p:to>
                                    </p:set>
                                  </p:childTnLst>
                                </p:cTn>
                              </p:par>
                            </p:childTnLst>
                          </p:cTn>
                        </p:par>
                      </p:childTnLst>
                    </p:cTn>
                  </p:par>
                  <p:par>
                    <p:cTn id="478" fill="hold">
                      <p:stCondLst>
                        <p:cond delay="indefinite"/>
                      </p:stCondLst>
                      <p:childTnLst>
                        <p:par>
                          <p:cTn id="479" fill="hold">
                            <p:stCondLst>
                              <p:cond delay="0"/>
                            </p:stCondLst>
                            <p:childTnLst>
                              <p:par>
                                <p:cTn id="480" nodeType="clickEffect" fill="hold" presetClass="entr" presetID="1">
                                  <p:stCondLst>
                                    <p:cond delay="0"/>
                                  </p:stCondLst>
                                  <p:childTnLst>
                                    <p:set>
                                      <p:cBhvr>
                                        <p:cTn id="481" dur="1" fill="hold">
                                          <p:stCondLst>
                                            <p:cond delay="499"/>
                                          </p:stCondLst>
                                        </p:cTn>
                                        <p:tgtEl>
                                          <p:spTgt spid="161">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63"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221304"/>
                </a:solidFill>
                <a:effectLst/>
                <a:uFillTx/>
                <a:latin typeface="Times New Roman"/>
              </a:rPr>
              <a:t>Responsible and Irresponsible Behavior</a:t>
            </a:r>
            <a:endParaRPr b="0" lang="en-IN" sz="3600" strike="noStrike" u="none">
              <a:solidFill>
                <a:srgbClr val="221304"/>
              </a:solidFill>
              <a:effectLst/>
              <a:uFillTx/>
              <a:latin typeface="Times New Roman"/>
            </a:endParaRPr>
          </a:p>
        </p:txBody>
      </p:sp>
      <p:sp>
        <p:nvSpPr>
          <p:cNvPr id="164"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(Four Minutes)</a:t>
            </a:r>
            <a:endParaRPr b="0" lang="en-IN" sz="3200" strike="noStrike" u="none">
              <a:solidFill>
                <a:srgbClr val="000000"/>
              </a:solidFill>
              <a:effectLst/>
              <a:uFillTx/>
              <a:latin typeface="Times New Roman"/>
            </a:endParaRPr>
          </a:p>
          <a:p>
            <a:pPr marL="343080" indent="-343080" algn="ctr">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Provide examples of responsible and or student strengths to encourage.  Provide examples of irresponsible behavior to discourage.  (T-Chart)</a:t>
            </a:r>
            <a:endParaRPr b="0" lang="en-IN" sz="3200" strike="noStrike" u="none">
              <a:solidFill>
                <a:srgbClr val="000000"/>
              </a:solidFill>
              <a:effectLst/>
              <a:uFillTx/>
              <a:latin typeface="Times New Roman"/>
            </a:endParaRPr>
          </a:p>
        </p:txBody>
      </p:sp>
      <p:sp>
        <p:nvSpPr>
          <p:cNvPr id="165" name=""/>
          <p:cNvSpPr/>
          <p:nvPr/>
        </p:nvSpPr>
        <p:spPr>
          <a:xfrm>
            <a:off x="1066680" y="304920"/>
            <a:ext cx="14479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STEP 4:</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482" dur="indefinite" restart="never" nodeType="tmRoot">
          <p:childTnLst>
            <p:seq>
              <p:cTn id="483" dur="indefinite" nodeType="mainSeq">
                <p:childTnLst>
                  <p:par>
                    <p:cTn id="484" fill="hold">
                      <p:stCondLst>
                        <p:cond delay="indefinite"/>
                      </p:stCondLst>
                      <p:childTnLst>
                        <p:par>
                          <p:cTn id="485" fill="hold">
                            <p:stCondLst>
                              <p:cond delay="0"/>
                            </p:stCondLst>
                            <p:childTnLst>
                              <p:par>
                                <p:cTn id="486" nodeType="clickEffect" fill="hold" presetClass="entr" presetID="1">
                                  <p:stCondLst>
                                    <p:cond delay="0"/>
                                  </p:stCondLst>
                                  <p:childTnLst>
                                    <p:set>
                                      <p:cBhvr>
                                        <p:cTn id="487" dur="1" fill="hold">
                                          <p:stCondLst>
                                            <p:cond delay="499"/>
                                          </p:stCondLst>
                                        </p:cTn>
                                        <p:tgtEl>
                                          <p:spTgt spid="164">
                                            <p:txEl>
                                              <p:pRg st="0" end="0"/>
                                            </p:txEl>
                                          </p:spTgt>
                                        </p:tgtEl>
                                        <p:attrNameLst>
                                          <p:attrName>style.visibility</p:attrName>
                                        </p:attrNameLst>
                                      </p:cBhvr>
                                      <p:to>
                                        <p:strVal val="visible"/>
                                      </p:to>
                                    </p:set>
                                  </p:childTnLst>
                                </p:cTn>
                              </p:par>
                            </p:childTnLst>
                          </p:cTn>
                        </p:par>
                      </p:childTnLst>
                    </p:cTn>
                  </p:par>
                  <p:par>
                    <p:cTn id="488" fill="hold">
                      <p:stCondLst>
                        <p:cond delay="indefinite"/>
                      </p:stCondLst>
                      <p:childTnLst>
                        <p:par>
                          <p:cTn id="489" fill="hold">
                            <p:stCondLst>
                              <p:cond delay="0"/>
                            </p:stCondLst>
                            <p:childTnLst>
                              <p:par>
                                <p:cTn id="490" nodeType="clickEffect" fill="hold" presetClass="entr" presetID="1">
                                  <p:stCondLst>
                                    <p:cond delay="0"/>
                                  </p:stCondLst>
                                  <p:childTnLst>
                                    <p:set>
                                      <p:cBhvr>
                                        <p:cTn id="491" dur="1" fill="hold">
                                          <p:stCondLst>
                                            <p:cond delay="499"/>
                                          </p:stCondLst>
                                        </p:cTn>
                                        <p:tgtEl>
                                          <p:spTgt spid="164">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66"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Comic Sans MS"/>
              </a:rPr>
              <a:t>Proactive Strategies</a:t>
            </a:r>
            <a:endParaRPr b="0" lang="en-IN" sz="4400" strike="noStrike" u="none">
              <a:solidFill>
                <a:srgbClr val="221304"/>
              </a:solidFill>
              <a:effectLst/>
              <a:uFillTx/>
              <a:latin typeface="Times New Roman"/>
            </a:endParaRPr>
          </a:p>
        </p:txBody>
      </p:sp>
      <p:sp>
        <p:nvSpPr>
          <p:cNvPr id="167"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(Four Minutes)</a:t>
            </a:r>
            <a:endParaRPr b="0" lang="en-IN" sz="3200" strike="noStrike" u="none">
              <a:solidFill>
                <a:srgbClr val="000000"/>
              </a:solidFill>
              <a:effectLst/>
              <a:uFillTx/>
              <a:latin typeface="Times New Roman"/>
            </a:endParaRPr>
          </a:p>
          <a:p>
            <a:pPr marL="343080" indent="-343080" algn="ctr">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Brainstorm strategies to encourage responsible behavior (Don’t evaluate).</a:t>
            </a:r>
            <a:endParaRPr b="0" lang="en-IN" sz="3200" strike="noStrike" u="none">
              <a:solidFill>
                <a:srgbClr val="000000"/>
              </a:solidFill>
              <a:effectLst/>
              <a:uFillTx/>
              <a:latin typeface="Times New Roman"/>
            </a:endParaRPr>
          </a:p>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
        <p:nvSpPr>
          <p:cNvPr id="168" name=""/>
          <p:cNvSpPr/>
          <p:nvPr/>
        </p:nvSpPr>
        <p:spPr>
          <a:xfrm>
            <a:off x="1066680" y="304920"/>
            <a:ext cx="152424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STEP 5:</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492" dur="indefinite" restart="never" nodeType="tmRoot">
          <p:childTnLst>
            <p:seq>
              <p:cTn id="493" dur="indefinite" nodeType="mainSeq">
                <p:childTnLst>
                  <p:par>
                    <p:cTn id="494" fill="hold">
                      <p:stCondLst>
                        <p:cond delay="indefinite"/>
                      </p:stCondLst>
                      <p:childTnLst>
                        <p:par>
                          <p:cTn id="495" fill="hold">
                            <p:stCondLst>
                              <p:cond delay="0"/>
                            </p:stCondLst>
                            <p:childTnLst>
                              <p:par>
                                <p:cTn id="496" nodeType="clickEffect" fill="hold" presetClass="entr" presetID="1">
                                  <p:stCondLst>
                                    <p:cond delay="0"/>
                                  </p:stCondLst>
                                  <p:childTnLst>
                                    <p:set>
                                      <p:cBhvr>
                                        <p:cTn id="497" dur="1" fill="hold">
                                          <p:stCondLst>
                                            <p:cond delay="499"/>
                                          </p:stCondLst>
                                        </p:cTn>
                                        <p:tgtEl>
                                          <p:spTgt spid="167">
                                            <p:txEl>
                                              <p:pRg st="0" end="0"/>
                                            </p:txEl>
                                          </p:spTgt>
                                        </p:tgtEl>
                                        <p:attrNameLst>
                                          <p:attrName>style.visibility</p:attrName>
                                        </p:attrNameLst>
                                      </p:cBhvr>
                                      <p:to>
                                        <p:strVal val="visible"/>
                                      </p:to>
                                    </p:set>
                                  </p:childTnLst>
                                </p:cTn>
                              </p:par>
                            </p:childTnLst>
                          </p:cTn>
                        </p:par>
                      </p:childTnLst>
                    </p:cTn>
                  </p:par>
                  <p:par>
                    <p:cTn id="498" fill="hold">
                      <p:stCondLst>
                        <p:cond delay="indefinite"/>
                      </p:stCondLst>
                      <p:childTnLst>
                        <p:par>
                          <p:cTn id="499" fill="hold">
                            <p:stCondLst>
                              <p:cond delay="0"/>
                            </p:stCondLst>
                            <p:childTnLst>
                              <p:par>
                                <p:cTn id="500" nodeType="clickEffect" fill="hold" presetClass="entr" presetID="1">
                                  <p:stCondLst>
                                    <p:cond delay="0"/>
                                  </p:stCondLst>
                                  <p:childTnLst>
                                    <p:set>
                                      <p:cBhvr>
                                        <p:cTn id="501" dur="1" fill="hold">
                                          <p:stCondLst>
                                            <p:cond delay="499"/>
                                          </p:stCondLst>
                                        </p:cTn>
                                        <p:tgtEl>
                                          <p:spTgt spid="167">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69"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Comic Sans MS"/>
              </a:rPr>
              <a:t>Proactive Plan</a:t>
            </a:r>
            <a:endParaRPr b="0" lang="en-IN" sz="4400" strike="noStrike" u="none">
              <a:solidFill>
                <a:srgbClr val="221304"/>
              </a:solidFill>
              <a:effectLst/>
              <a:uFillTx/>
              <a:latin typeface="Times New Roman"/>
            </a:endParaRPr>
          </a:p>
        </p:txBody>
      </p:sp>
      <p:sp>
        <p:nvSpPr>
          <p:cNvPr id="170"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(Three Minutes)</a:t>
            </a:r>
            <a:endParaRPr b="0" lang="en-IN" sz="3200" strike="noStrike" u="none">
              <a:solidFill>
                <a:srgbClr val="000000"/>
              </a:solidFill>
              <a:effectLst/>
              <a:uFillTx/>
              <a:latin typeface="Times New Roman"/>
            </a:endParaRPr>
          </a:p>
          <a:p>
            <a:pPr marL="343080" indent="-343080" algn="ctr">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Select a manageable set of proactive strategies to implement.</a:t>
            </a:r>
            <a:endParaRPr b="0" lang="en-IN" sz="3200" strike="noStrike" u="none">
              <a:solidFill>
                <a:srgbClr val="000000"/>
              </a:solidFill>
              <a:effectLst/>
              <a:uFillTx/>
              <a:latin typeface="Times New Roman"/>
            </a:endParaRPr>
          </a:p>
          <a:p>
            <a:pPr marL="343080" indent="0" algn="ctr">
              <a:lnSpc>
                <a:spcPct val="10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
        <p:nvSpPr>
          <p:cNvPr id="171" name=""/>
          <p:cNvSpPr/>
          <p:nvPr/>
        </p:nvSpPr>
        <p:spPr>
          <a:xfrm>
            <a:off x="1066680" y="304920"/>
            <a:ext cx="18288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STEP 6:</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502" dur="indefinite" restart="never" nodeType="tmRoot">
          <p:childTnLst>
            <p:seq>
              <p:cTn id="503" dur="indefinite" nodeType="mainSeq">
                <p:childTnLst>
                  <p:par>
                    <p:cTn id="504" fill="hold">
                      <p:stCondLst>
                        <p:cond delay="indefinite"/>
                      </p:stCondLst>
                      <p:childTnLst>
                        <p:par>
                          <p:cTn id="505" fill="hold">
                            <p:stCondLst>
                              <p:cond delay="0"/>
                            </p:stCondLst>
                            <p:childTnLst>
                              <p:par>
                                <p:cTn id="506" nodeType="clickEffect" fill="hold" presetClass="entr" presetID="1">
                                  <p:stCondLst>
                                    <p:cond delay="0"/>
                                  </p:stCondLst>
                                  <p:childTnLst>
                                    <p:set>
                                      <p:cBhvr>
                                        <p:cTn id="507" dur="1" fill="hold">
                                          <p:stCondLst>
                                            <p:cond delay="499"/>
                                          </p:stCondLst>
                                        </p:cTn>
                                        <p:tgtEl>
                                          <p:spTgt spid="170">
                                            <p:txEl>
                                              <p:pRg st="0" end="0"/>
                                            </p:txEl>
                                          </p:spTgt>
                                        </p:tgtEl>
                                        <p:attrNameLst>
                                          <p:attrName>style.visibility</p:attrName>
                                        </p:attrNameLst>
                                      </p:cBhvr>
                                      <p:to>
                                        <p:strVal val="visible"/>
                                      </p:to>
                                    </p:set>
                                  </p:childTnLst>
                                </p:cTn>
                              </p:par>
                            </p:childTnLst>
                          </p:cTn>
                        </p:par>
                      </p:childTnLst>
                    </p:cTn>
                  </p:par>
                  <p:par>
                    <p:cTn id="508" fill="hold">
                      <p:stCondLst>
                        <p:cond delay="indefinite"/>
                      </p:stCondLst>
                      <p:childTnLst>
                        <p:par>
                          <p:cTn id="509" fill="hold">
                            <p:stCondLst>
                              <p:cond delay="0"/>
                            </p:stCondLst>
                            <p:childTnLst>
                              <p:par>
                                <p:cTn id="510" nodeType="clickEffect" fill="hold" presetClass="entr" presetID="1">
                                  <p:stCondLst>
                                    <p:cond delay="0"/>
                                  </p:stCondLst>
                                  <p:childTnLst>
                                    <p:set>
                                      <p:cBhvr>
                                        <p:cTn id="511" dur="1" fill="hold">
                                          <p:stCondLst>
                                            <p:cond delay="499"/>
                                          </p:stCondLst>
                                        </p:cTn>
                                        <p:tgtEl>
                                          <p:spTgt spid="170">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72"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Comic Sans MS"/>
              </a:rPr>
              <a:t>Final Details</a:t>
            </a:r>
            <a:endParaRPr b="0" lang="en-IN" sz="4400" strike="noStrike" u="none">
              <a:solidFill>
                <a:srgbClr val="221304"/>
              </a:solidFill>
              <a:effectLst/>
              <a:uFillTx/>
              <a:latin typeface="Times New Roman"/>
            </a:endParaRPr>
          </a:p>
        </p:txBody>
      </p:sp>
      <p:sp>
        <p:nvSpPr>
          <p:cNvPr id="173"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lgn="ctr">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Comic Sans MS"/>
              </a:rPr>
              <a:t>(Four Minutes)</a:t>
            </a:r>
            <a:endParaRPr b="0" lang="en-IN" sz="2800" strike="noStrike" u="none">
              <a:solidFill>
                <a:srgbClr val="000000"/>
              </a:solidFill>
              <a:effectLst/>
              <a:uFillTx/>
              <a:latin typeface="Times New Roman"/>
            </a:endParaRPr>
          </a:p>
          <a:p>
            <a:pPr marL="343080" indent="-343080" algn="ctr">
              <a:lnSpc>
                <a:spcPct val="90000"/>
              </a:lnSpc>
              <a:spcBef>
                <a:spcPts val="7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Comic Sans MS"/>
              </a:rPr>
              <a:t>Evaluate:</a:t>
            </a:r>
            <a:r>
              <a:rPr b="0" lang="en-IN" sz="2800" strike="noStrike" u="none">
                <a:solidFill>
                  <a:srgbClr val="000000"/>
                </a:solidFill>
                <a:effectLst/>
                <a:uFillTx/>
                <a:latin typeface="Comic Sans MS"/>
              </a:rPr>
              <a:t>  Identify at least two ways to determine if  the plan is working.</a:t>
            </a:r>
            <a:endParaRPr b="0" lang="en-IN" sz="2800" strike="noStrike" u="none">
              <a:solidFill>
                <a:srgbClr val="000000"/>
              </a:solidFill>
              <a:effectLst/>
              <a:uFillTx/>
              <a:latin typeface="Times New Roman"/>
            </a:endParaRPr>
          </a:p>
          <a:p>
            <a:pPr marL="343080" indent="-343080" algn="ctr">
              <a:lnSpc>
                <a:spcPct val="90000"/>
              </a:lnSpc>
              <a:spcBef>
                <a:spcPts val="7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Comic Sans MS"/>
              </a:rPr>
              <a:t>Support:</a:t>
            </a:r>
            <a:r>
              <a:rPr b="0" lang="en-IN" sz="2800" strike="noStrike" u="none">
                <a:solidFill>
                  <a:srgbClr val="000000"/>
                </a:solidFill>
                <a:effectLst/>
                <a:uFillTx/>
                <a:latin typeface="Comic Sans MS"/>
              </a:rPr>
              <a:t> Identify things other adults can do to assist the student and teacher.</a:t>
            </a:r>
            <a:endParaRPr b="0" lang="en-IN" sz="2800" strike="noStrike" u="none">
              <a:solidFill>
                <a:srgbClr val="000000"/>
              </a:solidFill>
              <a:effectLst/>
              <a:uFillTx/>
              <a:latin typeface="Times New Roman"/>
            </a:endParaRPr>
          </a:p>
          <a:p>
            <a:pPr marL="343080" indent="-343080" algn="ctr">
              <a:lnSpc>
                <a:spcPct val="90000"/>
              </a:lnSpc>
              <a:spcBef>
                <a:spcPts val="7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Comic Sans MS"/>
              </a:rPr>
              <a:t>Plan Summary:</a:t>
            </a:r>
            <a:r>
              <a:rPr b="0" lang="en-IN" sz="2800" strike="noStrike" u="none">
                <a:solidFill>
                  <a:srgbClr val="000000"/>
                </a:solidFill>
                <a:effectLst/>
                <a:uFillTx/>
                <a:latin typeface="Comic Sans MS"/>
              </a:rPr>
              <a:t>  Identify each person’s responsibilities and when actions will be taken.  Identify who will discuss the plan</a:t>
            </a:r>
            <a:r>
              <a:rPr b="0" lang="en-IN" sz="2800" strike="noStrike" u="none">
                <a:solidFill>
                  <a:srgbClr val="000000"/>
                </a:solidFill>
                <a:effectLst/>
                <a:uFillTx/>
                <a:latin typeface="Times New Roman"/>
              </a:rPr>
              <a:t> </a:t>
            </a:r>
            <a:r>
              <a:rPr b="0" lang="en-IN" sz="2800" strike="noStrike" u="none">
                <a:solidFill>
                  <a:srgbClr val="000000"/>
                </a:solidFill>
                <a:effectLst/>
                <a:uFillTx/>
                <a:latin typeface="Comic Sans MS"/>
              </a:rPr>
              <a:t>with the student.</a:t>
            </a:r>
            <a:endParaRPr b="0" lang="en-IN" sz="2800" strike="noStrike" u="none">
              <a:solidFill>
                <a:srgbClr val="000000"/>
              </a:solidFill>
              <a:effectLst/>
              <a:uFillTx/>
              <a:latin typeface="Times New Roman"/>
            </a:endParaRPr>
          </a:p>
        </p:txBody>
      </p:sp>
      <p:sp>
        <p:nvSpPr>
          <p:cNvPr id="174" name=""/>
          <p:cNvSpPr/>
          <p:nvPr/>
        </p:nvSpPr>
        <p:spPr>
          <a:xfrm>
            <a:off x="1066680" y="380880"/>
            <a:ext cx="198144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STEP 7:</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512" dur="indefinite" restart="never" nodeType="tmRoot">
          <p:childTnLst>
            <p:seq>
              <p:cTn id="513" dur="indefinite" nodeType="mainSeq">
                <p:childTnLst>
                  <p:par>
                    <p:cTn id="514" fill="hold">
                      <p:stCondLst>
                        <p:cond delay="indefinite"/>
                      </p:stCondLst>
                      <p:childTnLst>
                        <p:par>
                          <p:cTn id="515" fill="hold">
                            <p:stCondLst>
                              <p:cond delay="0"/>
                            </p:stCondLst>
                            <p:childTnLst>
                              <p:par>
                                <p:cTn id="516" nodeType="clickEffect" fill="hold" presetClass="entr" presetID="1">
                                  <p:stCondLst>
                                    <p:cond delay="0"/>
                                  </p:stCondLst>
                                  <p:childTnLst>
                                    <p:set>
                                      <p:cBhvr>
                                        <p:cTn id="517" dur="1" fill="hold">
                                          <p:stCondLst>
                                            <p:cond delay="499"/>
                                          </p:stCondLst>
                                        </p:cTn>
                                        <p:tgtEl>
                                          <p:spTgt spid="173">
                                            <p:txEl>
                                              <p:pRg st="0" end="0"/>
                                            </p:txEl>
                                          </p:spTgt>
                                        </p:tgtEl>
                                        <p:attrNameLst>
                                          <p:attrName>style.visibility</p:attrName>
                                        </p:attrNameLst>
                                      </p:cBhvr>
                                      <p:to>
                                        <p:strVal val="visible"/>
                                      </p:to>
                                    </p:set>
                                  </p:childTnLst>
                                </p:cTn>
                              </p:par>
                            </p:childTnLst>
                          </p:cTn>
                        </p:par>
                      </p:childTnLst>
                    </p:cTn>
                  </p:par>
                  <p:par>
                    <p:cTn id="518" fill="hold">
                      <p:stCondLst>
                        <p:cond delay="indefinite"/>
                      </p:stCondLst>
                      <p:childTnLst>
                        <p:par>
                          <p:cTn id="519" fill="hold">
                            <p:stCondLst>
                              <p:cond delay="0"/>
                            </p:stCondLst>
                            <p:childTnLst>
                              <p:par>
                                <p:cTn id="520" nodeType="clickEffect" fill="hold" presetClass="entr" presetID="1">
                                  <p:stCondLst>
                                    <p:cond delay="0"/>
                                  </p:stCondLst>
                                  <p:childTnLst>
                                    <p:set>
                                      <p:cBhvr>
                                        <p:cTn id="521" dur="1" fill="hold">
                                          <p:stCondLst>
                                            <p:cond delay="499"/>
                                          </p:stCondLst>
                                        </p:cTn>
                                        <p:tgtEl>
                                          <p:spTgt spid="173">
                                            <p:txEl>
                                              <p:pRg st="1" end="1"/>
                                            </p:txEl>
                                          </p:spTgt>
                                        </p:tgtEl>
                                        <p:attrNameLst>
                                          <p:attrName>style.visibility</p:attrName>
                                        </p:attrNameLst>
                                      </p:cBhvr>
                                      <p:to>
                                        <p:strVal val="visible"/>
                                      </p:to>
                                    </p:set>
                                  </p:childTnLst>
                                </p:cTn>
                              </p:par>
                              <p:set>
                                <p:cBhvr>
                                  <p:cTn id="522" dur="1" fill="hold">
                                    <p:stCondLst>
                                      <p:cond delay="0"/>
                                    </p:stCondLst>
                                  </p:cTn>
                                  <p:tgtEl>
                                    <p:spTgt spid="173">
                                      <p:txEl>
                                        <p:pRg st="0" end="0"/>
                                      </p:txEl>
                                    </p:spTgt>
                                  </p:tgtEl>
                                  <p:attrNameLst>
                                    <p:attrName>style.visibility</p:attrName>
                                  </p:attrNameLst>
                                </p:cBhvr>
                                <p:to>
                                  <p:strVal val="hidden"/>
                                </p:to>
                              </p:set>
                            </p:childTnLst>
                          </p:cTn>
                        </p:par>
                      </p:childTnLst>
                    </p:cTn>
                  </p:par>
                  <p:par>
                    <p:cTn id="523" fill="hold">
                      <p:stCondLst>
                        <p:cond delay="indefinite"/>
                      </p:stCondLst>
                      <p:childTnLst>
                        <p:par>
                          <p:cTn id="524" fill="hold">
                            <p:stCondLst>
                              <p:cond delay="0"/>
                            </p:stCondLst>
                            <p:childTnLst>
                              <p:par>
                                <p:cTn id="525" nodeType="clickEffect" fill="hold" presetClass="entr" presetID="1">
                                  <p:stCondLst>
                                    <p:cond delay="0"/>
                                  </p:stCondLst>
                                  <p:childTnLst>
                                    <p:set>
                                      <p:cBhvr>
                                        <p:cTn id="526" dur="1" fill="hold">
                                          <p:stCondLst>
                                            <p:cond delay="499"/>
                                          </p:stCondLst>
                                        </p:cTn>
                                        <p:tgtEl>
                                          <p:spTgt spid="173">
                                            <p:txEl>
                                              <p:pRg st="2" end="2"/>
                                            </p:txEl>
                                          </p:spTgt>
                                        </p:tgtEl>
                                        <p:attrNameLst>
                                          <p:attrName>style.visibility</p:attrName>
                                        </p:attrNameLst>
                                      </p:cBhvr>
                                      <p:to>
                                        <p:strVal val="visible"/>
                                      </p:to>
                                    </p:set>
                                  </p:childTnLst>
                                </p:cTn>
                              </p:par>
                              <p:set>
                                <p:cBhvr>
                                  <p:cTn id="527" dur="1" fill="hold">
                                    <p:stCondLst>
                                      <p:cond delay="0"/>
                                    </p:stCondLst>
                                  </p:cTn>
                                  <p:tgtEl>
                                    <p:spTgt spid="173">
                                      <p:txEl>
                                        <p:pRg st="1" end="1"/>
                                      </p:txEl>
                                    </p:spTgt>
                                  </p:tgtEl>
                                  <p:attrNameLst>
                                    <p:attrName>style.visibility</p:attrName>
                                  </p:attrNameLst>
                                </p:cBhvr>
                                <p:to>
                                  <p:strVal val="hidden"/>
                                </p:to>
                              </p:set>
                            </p:childTnLst>
                          </p:cTn>
                        </p:par>
                      </p:childTnLst>
                    </p:cTn>
                  </p:par>
                  <p:par>
                    <p:cTn id="528" fill="hold">
                      <p:stCondLst>
                        <p:cond delay="indefinite"/>
                      </p:stCondLst>
                      <p:childTnLst>
                        <p:par>
                          <p:cTn id="529" fill="hold">
                            <p:stCondLst>
                              <p:cond delay="0"/>
                            </p:stCondLst>
                            <p:childTnLst>
                              <p:par>
                                <p:cTn id="530" nodeType="clickEffect" fill="hold" presetClass="entr" presetID="1">
                                  <p:stCondLst>
                                    <p:cond delay="0"/>
                                  </p:stCondLst>
                                  <p:childTnLst>
                                    <p:set>
                                      <p:cBhvr>
                                        <p:cTn id="531" dur="1" fill="hold">
                                          <p:stCondLst>
                                            <p:cond delay="499"/>
                                          </p:stCondLst>
                                        </p:cTn>
                                        <p:tgtEl>
                                          <p:spTgt spid="173">
                                            <p:txEl>
                                              <p:pRg st="3" end="3"/>
                                            </p:txEl>
                                          </p:spTgt>
                                        </p:tgtEl>
                                        <p:attrNameLst>
                                          <p:attrName>style.visibility</p:attrName>
                                        </p:attrNameLst>
                                      </p:cBhvr>
                                      <p:to>
                                        <p:strVal val="visible"/>
                                      </p:to>
                                    </p:set>
                                  </p:childTnLst>
                                </p:cTn>
                              </p:par>
                              <p:set>
                                <p:cBhvr>
                                  <p:cTn id="532" dur="1" fill="hold">
                                    <p:stCondLst>
                                      <p:cond delay="0"/>
                                    </p:stCondLst>
                                  </p:cTn>
                                  <p:tgtEl>
                                    <p:spTgt spid="173">
                                      <p:txEl>
                                        <p:pRg st="2" end="2"/>
                                      </p:txEl>
                                    </p:spTgt>
                                  </p:tgtEl>
                                  <p:attrNameLst>
                                    <p:attrName>style.visibility</p:attrName>
                                  </p:attrNameLst>
                                </p:cBhvr>
                                <p:to>
                                  <p:strVal val="hidden"/>
                                </p:to>
                              </p:set>
                            </p:childTnLst>
                          </p:cTn>
                        </p:par>
                      </p:childTnLst>
                    </p:cTn>
                  </p:par>
                  <p:par>
                    <p:cTn id="533" fill="hold">
                      <p:stCondLst>
                        <p:cond delay="indefinite"/>
                      </p:stCondLst>
                      <p:childTnLst>
                        <p:par>
                          <p:cTn id="534" fill="hold">
                            <p:stCondLst>
                              <p:cond delay="0"/>
                            </p:stCondLst>
                            <p:childTnLst>
                              <p:set>
                                <p:cBhvr>
                                  <p:cTn id="535" dur="1" fill="hold"/>
                                  <p:tgtEl>
                                    <p:spTgt spid="173">
                                      <p:txEl>
                                        <p:pRg st="3" end="3"/>
                                      </p:txEl>
                                    </p:spTgt>
                                  </p:tgtEl>
                                  <p:attrNameLst>
                                    <p:attrName>style.visibility</p:attrName>
                                  </p:attrNameLst>
                                </p:cBhvr>
                                <p:to>
                                  <p:strVal val="hidden"/>
                                </p:to>
                              </p:set>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75" name="PlaceHolder 1"/>
          <p:cNvSpPr>
            <a:spLocks noGrp="1"/>
          </p:cNvSpPr>
          <p:nvPr>
            <p:ph type="title"/>
          </p:nvPr>
        </p:nvSpPr>
        <p:spPr>
          <a:xfrm>
            <a:off x="990720" y="45684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Teamwork = 25 Minutes </a:t>
            </a:r>
            <a:endParaRPr b="0" lang="en-IN" sz="4400" strike="noStrike" u="none">
              <a:solidFill>
                <a:srgbClr val="221304"/>
              </a:solidFill>
              <a:effectLst/>
              <a:uFillTx/>
              <a:latin typeface="Times New Roman"/>
            </a:endParaRPr>
          </a:p>
        </p:txBody>
      </p:sp>
      <p:sp>
        <p:nvSpPr>
          <p:cNvPr id="176" name="PlaceHolder 2"/>
          <p:cNvSpPr>
            <a:spLocks noGrp="1"/>
          </p:cNvSpPr>
          <p:nvPr>
            <p:ph/>
          </p:nvPr>
        </p:nvSpPr>
        <p:spPr>
          <a:xfrm>
            <a:off x="1066680" y="1447920"/>
            <a:ext cx="7772400" cy="4114800"/>
          </a:xfrm>
          <a:prstGeom prst="rect">
            <a:avLst/>
          </a:prstGeom>
          <a:noFill/>
          <a:ln w="0">
            <a:noFill/>
          </a:ln>
        </p:spPr>
        <p:txBody>
          <a:bodyPr lIns="90000" rIns="90000" tIns="46800" bIns="46800" anchor="t">
            <a:normAutofit fontScale="85000" lnSpcReduction="19999"/>
          </a:bodyPr>
          <a:p>
            <a:pPr marL="457200" indent="-457200">
              <a:lnSpc>
                <a:spcPct val="90000"/>
              </a:lnSpc>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Assign roles to members of the group</a:t>
            </a:r>
            <a:endParaRPr b="0" lang="en-IN" sz="2800" strike="noStrike" u="none">
              <a:solidFill>
                <a:srgbClr val="000000"/>
              </a:solidFill>
              <a:effectLst/>
              <a:uFillTx/>
              <a:latin typeface="Times New Roman"/>
            </a:endParaRPr>
          </a:p>
          <a:p>
            <a:pPr lvl="1" marL="1027080" indent="-455400">
              <a:lnSpc>
                <a:spcPct val="90000"/>
              </a:lnSpc>
              <a:spcBef>
                <a:spcPts val="700"/>
              </a:spcBef>
              <a:buClr>
                <a:srgbClr val="000000"/>
              </a:buClr>
              <a:buFont typeface="Times New Roman"/>
              <a:buChar char="–"/>
              <a:tabLst>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Leader</a:t>
            </a:r>
            <a:endParaRPr b="0" lang="en-IN" sz="2800" strike="noStrike" u="none">
              <a:solidFill>
                <a:srgbClr val="000000"/>
              </a:solidFill>
              <a:effectLst/>
              <a:uFillTx/>
              <a:latin typeface="Times New Roman"/>
            </a:endParaRPr>
          </a:p>
          <a:p>
            <a:pPr lvl="1" marL="1027080" indent="-455400">
              <a:lnSpc>
                <a:spcPct val="90000"/>
              </a:lnSpc>
              <a:spcBef>
                <a:spcPts val="700"/>
              </a:spcBef>
              <a:buClr>
                <a:srgbClr val="000000"/>
              </a:buClr>
              <a:buFont typeface="Times New Roman"/>
              <a:buChar char="–"/>
              <a:tabLst>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Recorder</a:t>
            </a:r>
            <a:endParaRPr b="0" lang="en-IN" sz="2800" strike="noStrike" u="none">
              <a:solidFill>
                <a:srgbClr val="000000"/>
              </a:solidFill>
              <a:effectLst/>
              <a:uFillTx/>
              <a:latin typeface="Times New Roman"/>
            </a:endParaRPr>
          </a:p>
          <a:p>
            <a:pPr lvl="1" marL="1027080" indent="-455400">
              <a:lnSpc>
                <a:spcPct val="90000"/>
              </a:lnSpc>
              <a:spcBef>
                <a:spcPts val="700"/>
              </a:spcBef>
              <a:buClr>
                <a:srgbClr val="000000"/>
              </a:buClr>
              <a:buFont typeface="Times New Roman"/>
              <a:buChar char="–"/>
              <a:tabLst>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Time Keeper or Timer</a:t>
            </a:r>
            <a:endParaRPr b="0" lang="en-IN" sz="2800" strike="noStrike" u="none">
              <a:solidFill>
                <a:srgbClr val="000000"/>
              </a:solidFill>
              <a:effectLst/>
              <a:uFillTx/>
              <a:latin typeface="Times New Roman"/>
            </a:endParaRPr>
          </a:p>
          <a:p>
            <a:pPr lvl="1" marL="1027080" indent="-455400">
              <a:lnSpc>
                <a:spcPct val="90000"/>
              </a:lnSpc>
              <a:spcBef>
                <a:spcPts val="700"/>
              </a:spcBef>
              <a:buClr>
                <a:srgbClr val="000000"/>
              </a:buClr>
              <a:buFont typeface="Times New Roman"/>
              <a:buChar char="–"/>
              <a:tabLst>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Parent Optional</a:t>
            </a:r>
            <a:endParaRPr b="0" lang="en-IN" sz="2800" strike="noStrike" u="none">
              <a:solidFill>
                <a:srgbClr val="000000"/>
              </a:solidFill>
              <a:effectLst/>
              <a:uFillTx/>
              <a:latin typeface="Times New Roman"/>
            </a:endParaRPr>
          </a:p>
          <a:p>
            <a:pPr marL="457200" indent="-457200">
              <a:lnSpc>
                <a:spcPct val="90000"/>
              </a:lnSpc>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Read your Background information in your packet (Have one person read orally).  </a:t>
            </a:r>
            <a:endParaRPr b="0" lang="en-IN" sz="2800" strike="noStrike" u="none">
              <a:solidFill>
                <a:srgbClr val="000000"/>
              </a:solidFill>
              <a:effectLst/>
              <a:uFillTx/>
              <a:latin typeface="Times New Roman"/>
            </a:endParaRPr>
          </a:p>
          <a:p>
            <a:pPr marL="457200" indent="-457200">
              <a:lnSpc>
                <a:spcPct val="90000"/>
              </a:lnSpc>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Complete the 25-minute Intervention Plan for your student</a:t>
            </a:r>
            <a:endParaRPr b="0" lang="en-IN" sz="2800" strike="noStrike" u="none">
              <a:solidFill>
                <a:srgbClr val="000000"/>
              </a:solidFill>
              <a:effectLst/>
              <a:uFillTx/>
              <a:latin typeface="Times New Roman"/>
            </a:endParaRPr>
          </a:p>
          <a:p>
            <a:pPr marL="457200" indent="-457200">
              <a:lnSpc>
                <a:spcPct val="90000"/>
              </a:lnSpc>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Please put Step 6 &amp; 7 on the Poster-paper under the heading for your student.</a:t>
            </a:r>
            <a:endParaRPr b="0" lang="en-IN" sz="2800" strike="noStrike" u="none">
              <a:solidFill>
                <a:srgbClr val="000000"/>
              </a:solidFill>
              <a:effectLst/>
              <a:uFillTx/>
              <a:latin typeface="Times New Roman"/>
            </a:endParaRPr>
          </a:p>
          <a:p>
            <a:pPr marL="457200" indent="-45720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a:p>
            <a:pPr marL="457200" indent="-457200" algn="ctr">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Times New Roman"/>
              </a:rPr>
              <a:t> </a:t>
            </a:r>
            <a:endParaRPr b="0" lang="en-IN" sz="1800" strike="noStrike" u="none">
              <a:solidFill>
                <a:srgbClr val="000000"/>
              </a:solidFill>
              <a:effectLst/>
              <a:uFillTx/>
              <a:latin typeface="Times New Roman"/>
            </a:endParaRPr>
          </a:p>
          <a:p>
            <a:pPr lvl="1" marL="1027080" indent="0">
              <a:lnSpc>
                <a:spcPct val="90000"/>
              </a:lnSpc>
              <a:spcBef>
                <a:spcPts val="451"/>
              </a:spcBef>
              <a:buNone/>
              <a:tabLst>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536" dur="indefinite" restart="never" nodeType="tmRoot">
          <p:childTnLst>
            <p:seq>
              <p:cTn id="537" dur="indefinite" nodeType="mainSeq">
                <p:childTnLst>
                  <p:par>
                    <p:cTn id="538" fill="hold">
                      <p:stCondLst>
                        <p:cond delay="indefinite"/>
                      </p:stCondLst>
                      <p:childTnLst>
                        <p:par>
                          <p:cTn id="539" fill="hold">
                            <p:stCondLst>
                              <p:cond delay="0"/>
                            </p:stCondLst>
                            <p:childTnLst>
                              <p:par>
                                <p:cTn id="540" nodeType="clickEffect" fill="hold" presetClass="entr" presetID="1">
                                  <p:stCondLst>
                                    <p:cond delay="0"/>
                                  </p:stCondLst>
                                  <p:childTnLst>
                                    <p:set>
                                      <p:cBhvr>
                                        <p:cTn id="541" dur="1" fill="hold">
                                          <p:stCondLst>
                                            <p:cond delay="499"/>
                                          </p:stCondLst>
                                        </p:cTn>
                                        <p:tgtEl>
                                          <p:spTgt spid="176">
                                            <p:txEl>
                                              <p:pRg st="0" end="0"/>
                                            </p:txEl>
                                          </p:spTgt>
                                        </p:tgtEl>
                                        <p:attrNameLst>
                                          <p:attrName>style.visibility</p:attrName>
                                        </p:attrNameLst>
                                      </p:cBhvr>
                                      <p:to>
                                        <p:strVal val="visible"/>
                                      </p:to>
                                    </p:set>
                                  </p:childTnLst>
                                </p:cTn>
                              </p:par>
                              <p:par>
                                <p:cTn id="542" nodeType="withEffect" fill="hold" presetClass="entr" presetID="1">
                                  <p:stCondLst>
                                    <p:cond delay="0"/>
                                  </p:stCondLst>
                                  <p:childTnLst>
                                    <p:set>
                                      <p:cBhvr>
                                        <p:cTn id="543" dur="1" fill="hold">
                                          <p:stCondLst>
                                            <p:cond delay="499"/>
                                          </p:stCondLst>
                                        </p:cTn>
                                        <p:tgtEl>
                                          <p:spTgt spid="176">
                                            <p:txEl>
                                              <p:pRg st="1" end="1"/>
                                            </p:txEl>
                                          </p:spTgt>
                                        </p:tgtEl>
                                        <p:attrNameLst>
                                          <p:attrName>style.visibility</p:attrName>
                                        </p:attrNameLst>
                                      </p:cBhvr>
                                      <p:to>
                                        <p:strVal val="visible"/>
                                      </p:to>
                                    </p:set>
                                  </p:childTnLst>
                                </p:cTn>
                              </p:par>
                              <p:par>
                                <p:cTn id="544" nodeType="withEffect" fill="hold" presetClass="entr" presetID="1">
                                  <p:stCondLst>
                                    <p:cond delay="0"/>
                                  </p:stCondLst>
                                  <p:childTnLst>
                                    <p:set>
                                      <p:cBhvr>
                                        <p:cTn id="545" dur="1" fill="hold">
                                          <p:stCondLst>
                                            <p:cond delay="499"/>
                                          </p:stCondLst>
                                        </p:cTn>
                                        <p:tgtEl>
                                          <p:spTgt spid="176">
                                            <p:txEl>
                                              <p:pRg st="2" end="2"/>
                                            </p:txEl>
                                          </p:spTgt>
                                        </p:tgtEl>
                                        <p:attrNameLst>
                                          <p:attrName>style.visibility</p:attrName>
                                        </p:attrNameLst>
                                      </p:cBhvr>
                                      <p:to>
                                        <p:strVal val="visible"/>
                                      </p:to>
                                    </p:set>
                                  </p:childTnLst>
                                </p:cTn>
                              </p:par>
                              <p:par>
                                <p:cTn id="546" nodeType="withEffect" fill="hold" presetClass="entr" presetID="1">
                                  <p:stCondLst>
                                    <p:cond delay="0"/>
                                  </p:stCondLst>
                                  <p:childTnLst>
                                    <p:set>
                                      <p:cBhvr>
                                        <p:cTn id="547" dur="1" fill="hold">
                                          <p:stCondLst>
                                            <p:cond delay="499"/>
                                          </p:stCondLst>
                                        </p:cTn>
                                        <p:tgtEl>
                                          <p:spTgt spid="176">
                                            <p:txEl>
                                              <p:pRg st="3" end="3"/>
                                            </p:txEl>
                                          </p:spTgt>
                                        </p:tgtEl>
                                        <p:attrNameLst>
                                          <p:attrName>style.visibility</p:attrName>
                                        </p:attrNameLst>
                                      </p:cBhvr>
                                      <p:to>
                                        <p:strVal val="visible"/>
                                      </p:to>
                                    </p:set>
                                  </p:childTnLst>
                                </p:cTn>
                              </p:par>
                              <p:par>
                                <p:cTn id="548" nodeType="withEffect" fill="hold" presetClass="entr" presetID="1">
                                  <p:stCondLst>
                                    <p:cond delay="0"/>
                                  </p:stCondLst>
                                  <p:childTnLst>
                                    <p:set>
                                      <p:cBhvr>
                                        <p:cTn id="549" dur="1" fill="hold">
                                          <p:stCondLst>
                                            <p:cond delay="499"/>
                                          </p:stCondLst>
                                        </p:cTn>
                                        <p:tgtEl>
                                          <p:spTgt spid="176">
                                            <p:txEl>
                                              <p:pRg st="4" end="4"/>
                                            </p:txEl>
                                          </p:spTgt>
                                        </p:tgtEl>
                                        <p:attrNameLst>
                                          <p:attrName>style.visibility</p:attrName>
                                        </p:attrNameLst>
                                      </p:cBhvr>
                                      <p:to>
                                        <p:strVal val="visible"/>
                                      </p:to>
                                    </p:set>
                                  </p:childTnLst>
                                </p:cTn>
                              </p:par>
                            </p:childTnLst>
                          </p:cTn>
                        </p:par>
                      </p:childTnLst>
                    </p:cTn>
                  </p:par>
                  <p:par>
                    <p:cTn id="550" fill="hold">
                      <p:stCondLst>
                        <p:cond delay="indefinite"/>
                      </p:stCondLst>
                      <p:childTnLst>
                        <p:par>
                          <p:cTn id="551" fill="hold">
                            <p:stCondLst>
                              <p:cond delay="0"/>
                            </p:stCondLst>
                            <p:childTnLst>
                              <p:par>
                                <p:cTn id="552" nodeType="clickEffect" fill="hold" presetClass="entr" presetID="1">
                                  <p:stCondLst>
                                    <p:cond delay="0"/>
                                  </p:stCondLst>
                                  <p:childTnLst>
                                    <p:set>
                                      <p:cBhvr>
                                        <p:cTn id="553" dur="1" fill="hold">
                                          <p:stCondLst>
                                            <p:cond delay="499"/>
                                          </p:stCondLst>
                                        </p:cTn>
                                        <p:tgtEl>
                                          <p:spTgt spid="176">
                                            <p:txEl>
                                              <p:pRg st="5" end="5"/>
                                            </p:txEl>
                                          </p:spTgt>
                                        </p:tgtEl>
                                        <p:attrNameLst>
                                          <p:attrName>style.visibility</p:attrName>
                                        </p:attrNameLst>
                                      </p:cBhvr>
                                      <p:to>
                                        <p:strVal val="visible"/>
                                      </p:to>
                                    </p:set>
                                  </p:childTnLst>
                                </p:cTn>
                              </p:par>
                            </p:childTnLst>
                          </p:cTn>
                        </p:par>
                      </p:childTnLst>
                    </p:cTn>
                  </p:par>
                  <p:par>
                    <p:cTn id="554" fill="hold">
                      <p:stCondLst>
                        <p:cond delay="indefinite"/>
                      </p:stCondLst>
                      <p:childTnLst>
                        <p:par>
                          <p:cTn id="555" fill="hold">
                            <p:stCondLst>
                              <p:cond delay="0"/>
                            </p:stCondLst>
                            <p:childTnLst>
                              <p:par>
                                <p:cTn id="556" nodeType="clickEffect" fill="hold" presetClass="entr" presetID="1">
                                  <p:stCondLst>
                                    <p:cond delay="0"/>
                                  </p:stCondLst>
                                  <p:childTnLst>
                                    <p:set>
                                      <p:cBhvr>
                                        <p:cTn id="557" dur="1" fill="hold">
                                          <p:stCondLst>
                                            <p:cond delay="499"/>
                                          </p:stCondLst>
                                        </p:cTn>
                                        <p:tgtEl>
                                          <p:spTgt spid="176">
                                            <p:txEl>
                                              <p:pRg st="6" end="6"/>
                                            </p:txEl>
                                          </p:spTgt>
                                        </p:tgtEl>
                                        <p:attrNameLst>
                                          <p:attrName>style.visibility</p:attrName>
                                        </p:attrNameLst>
                                      </p:cBhvr>
                                      <p:to>
                                        <p:strVal val="visible"/>
                                      </p:to>
                                    </p:set>
                                  </p:childTnLst>
                                </p:cTn>
                              </p:par>
                            </p:childTnLst>
                          </p:cTn>
                        </p:par>
                      </p:childTnLst>
                    </p:cTn>
                  </p:par>
                  <p:par>
                    <p:cTn id="558" fill="hold">
                      <p:stCondLst>
                        <p:cond delay="indefinite"/>
                      </p:stCondLst>
                      <p:childTnLst>
                        <p:par>
                          <p:cTn id="559" fill="hold">
                            <p:stCondLst>
                              <p:cond delay="0"/>
                            </p:stCondLst>
                            <p:childTnLst>
                              <p:par>
                                <p:cTn id="560" nodeType="clickEffect" fill="hold" presetClass="entr" presetID="1">
                                  <p:stCondLst>
                                    <p:cond delay="0"/>
                                  </p:stCondLst>
                                  <p:childTnLst>
                                    <p:set>
                                      <p:cBhvr>
                                        <p:cTn id="561" dur="1" fill="hold">
                                          <p:stCondLst>
                                            <p:cond delay="499"/>
                                          </p:stCondLst>
                                        </p:cTn>
                                        <p:tgtEl>
                                          <p:spTgt spid="176">
                                            <p:txEl>
                                              <p:pRg st="7" end="7"/>
                                            </p:txEl>
                                          </p:spTgt>
                                        </p:tgtEl>
                                        <p:attrNameLst>
                                          <p:attrName>style.visibility</p:attrName>
                                        </p:attrNameLst>
                                      </p:cBhvr>
                                      <p:to>
                                        <p:strVal val="visible"/>
                                      </p:to>
                                    </p:set>
                                  </p:childTnLst>
                                </p:cTn>
                              </p:par>
                            </p:childTnLst>
                          </p:cTn>
                        </p:par>
                      </p:childTnLst>
                    </p:cTn>
                  </p:par>
                  <p:par>
                    <p:cTn id="562" fill="hold">
                      <p:stCondLst>
                        <p:cond delay="indefinite"/>
                      </p:stCondLst>
                      <p:childTnLst>
                        <p:par>
                          <p:cTn id="563" fill="hold">
                            <p:stCondLst>
                              <p:cond delay="0"/>
                            </p:stCondLst>
                            <p:childTnLst>
                              <p:par>
                                <p:cTn id="564" nodeType="clickEffect" fill="hold" presetClass="entr" presetID="1">
                                  <p:stCondLst>
                                    <p:cond delay="0"/>
                                  </p:stCondLst>
                                  <p:childTnLst>
                                    <p:set>
                                      <p:cBhvr>
                                        <p:cTn id="565" dur="1" fill="hold">
                                          <p:stCondLst>
                                            <p:cond delay="499"/>
                                          </p:stCondLst>
                                        </p:cTn>
                                        <p:tgtEl>
                                          <p:spTgt spid="176">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77"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221304"/>
                </a:solidFill>
                <a:effectLst/>
                <a:uFillTx/>
                <a:latin typeface="Times New Roman"/>
              </a:rPr>
              <a:t>Items to put on Your Poster</a:t>
            </a:r>
            <a:endParaRPr b="0" lang="en-IN" sz="4400" strike="noStrike" u="none">
              <a:solidFill>
                <a:srgbClr val="221304"/>
              </a:solidFill>
              <a:effectLst/>
              <a:uFillTx/>
              <a:latin typeface="Times New Roman"/>
            </a:endParaRPr>
          </a:p>
        </p:txBody>
      </p:sp>
      <p:sp>
        <p:nvSpPr>
          <p:cNvPr id="178"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a:bodyPr>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666699"/>
                </a:solidFill>
                <a:effectLst/>
                <a:uFillTx/>
                <a:latin typeface="Times New Roman"/>
              </a:rPr>
              <a:t>Steps from the 25-Minute Intervention Plan</a:t>
            </a:r>
            <a:endParaRPr b="0" lang="en-IN" sz="2800" strike="noStrike" u="none">
              <a:solidFill>
                <a:srgbClr val="000000"/>
              </a:solidFill>
              <a:effectLst/>
              <a:uFillTx/>
              <a:latin typeface="Times New Roman"/>
            </a:endParaRPr>
          </a:p>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sng">
                <a:solidFill>
                  <a:srgbClr val="000000"/>
                </a:solidFill>
                <a:effectLst/>
                <a:uFillTx/>
                <a:latin typeface="Times New Roman"/>
              </a:rPr>
              <a:t>Step 6: Proactive Plan</a:t>
            </a:r>
            <a:endParaRPr b="0" lang="en-IN" sz="1800" strike="noStrike" u="none">
              <a:solidFill>
                <a:srgbClr val="000000"/>
              </a:solidFill>
              <a:effectLst/>
              <a:uFillTx/>
              <a:latin typeface="Times New Roman"/>
            </a:endParaRPr>
          </a:p>
          <a:p>
            <a:pPr lvl="1" marL="743040" indent="-28584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Select a manageable set of proactive strategies to implement</a:t>
            </a:r>
            <a:endParaRPr b="0" lang="en-IN" sz="1800" strike="noStrike" u="none">
              <a:solidFill>
                <a:srgbClr val="000000"/>
              </a:solidFill>
              <a:effectLst/>
              <a:uFillTx/>
              <a:latin typeface="Times New Roman"/>
            </a:endParaRPr>
          </a:p>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sng">
                <a:solidFill>
                  <a:srgbClr val="000000"/>
                </a:solidFill>
                <a:effectLst/>
                <a:uFillTx/>
                <a:latin typeface="Times New Roman"/>
              </a:rPr>
              <a:t>Step 7:  Final Details</a:t>
            </a:r>
            <a:endParaRPr b="0" lang="en-IN" sz="1800" strike="noStrike" u="none">
              <a:solidFill>
                <a:srgbClr val="000000"/>
              </a:solidFill>
              <a:effectLst/>
              <a:uFillTx/>
              <a:latin typeface="Times New Roman"/>
            </a:endParaRPr>
          </a:p>
          <a:p>
            <a:pPr lvl="1" marL="743040" indent="-28584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Identify at least two ways to determine if the plan is working</a:t>
            </a:r>
            <a:endParaRPr b="0" lang="en-IN" sz="1800" strike="noStrike" u="none">
              <a:solidFill>
                <a:srgbClr val="000000"/>
              </a:solidFill>
              <a:effectLst/>
              <a:uFillTx/>
              <a:latin typeface="Times New Roman"/>
            </a:endParaRPr>
          </a:p>
          <a:p>
            <a:pPr lvl="1" marL="743040" indent="-28584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Support ( Identify things other adults can do to assist the student and teacher – be specific who, what, where, when).</a:t>
            </a:r>
            <a:endParaRPr b="0" lang="en-IN" sz="1800" strike="noStrike" u="none">
              <a:solidFill>
                <a:srgbClr val="000000"/>
              </a:solidFill>
              <a:effectLst/>
              <a:uFillTx/>
              <a:latin typeface="Times New Roman"/>
            </a:endParaRPr>
          </a:p>
          <a:p>
            <a:pPr lvl="1" marL="743040" indent="-28584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Plan Summary– Identify who is responsible and when the actions will be taken</a:t>
            </a:r>
            <a:endParaRPr b="0" lang="en-IN" sz="1800" strike="noStrike" u="none">
              <a:solidFill>
                <a:srgbClr val="000000"/>
              </a:solidFill>
              <a:effectLst/>
              <a:uFillTx/>
              <a:latin typeface="Times New Roman"/>
            </a:endParaRPr>
          </a:p>
          <a:p>
            <a:pPr lvl="1" marL="743040" indent="-285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Times New Roman"/>
              </a:rPr>
              <a:t>Who</a:t>
            </a:r>
            <a:r>
              <a:rPr b="1" lang="en-IN" sz="1800" strike="noStrike" u="none">
                <a:solidFill>
                  <a:srgbClr val="000000"/>
                </a:solidFill>
                <a:effectLst/>
                <a:uFillTx/>
                <a:latin typeface="Times New Roman"/>
              </a:rPr>
              <a:t>	</a:t>
            </a:r>
            <a:r>
              <a:rPr b="1" lang="en-IN" sz="1800" strike="noStrike" u="none">
                <a:solidFill>
                  <a:srgbClr val="000000"/>
                </a:solidFill>
                <a:effectLst/>
                <a:uFillTx/>
                <a:latin typeface="Times New Roman"/>
              </a:rPr>
              <a:t>	</a:t>
            </a:r>
            <a:r>
              <a:rPr b="1" lang="en-IN" sz="1800" strike="noStrike" u="none">
                <a:solidFill>
                  <a:srgbClr val="000000"/>
                </a:solidFill>
                <a:effectLst/>
                <a:uFillTx/>
                <a:latin typeface="Times New Roman"/>
              </a:rPr>
              <a:t>Responsibilities</a:t>
            </a:r>
            <a:r>
              <a:rPr b="1" lang="en-IN" sz="1800" strike="noStrike" u="none">
                <a:solidFill>
                  <a:srgbClr val="000000"/>
                </a:solidFill>
                <a:effectLst/>
                <a:uFillTx/>
                <a:latin typeface="Times New Roman"/>
              </a:rPr>
              <a:t>	</a:t>
            </a:r>
            <a:r>
              <a:rPr b="1" lang="en-IN" sz="1800" strike="noStrike" u="none">
                <a:solidFill>
                  <a:srgbClr val="000000"/>
                </a:solidFill>
                <a:effectLst/>
                <a:uFillTx/>
                <a:latin typeface="Times New Roman"/>
              </a:rPr>
              <a:t>	</a:t>
            </a:r>
            <a:r>
              <a:rPr b="1" lang="en-IN" sz="1800" strike="noStrike" u="none">
                <a:solidFill>
                  <a:srgbClr val="000000"/>
                </a:solidFill>
                <a:effectLst/>
                <a:uFillTx/>
                <a:latin typeface="Times New Roman"/>
              </a:rPr>
              <a:t>Dates</a:t>
            </a:r>
            <a:endParaRPr b="0" lang="en-IN" sz="1800" strike="noStrike" u="none">
              <a:solidFill>
                <a:srgbClr val="000000"/>
              </a:solidFill>
              <a:effectLst/>
              <a:uFillTx/>
              <a:latin typeface="Times New Roman"/>
            </a:endParaRPr>
          </a:p>
        </p:txBody>
      </p:sp>
      <p:sp>
        <p:nvSpPr>
          <p:cNvPr id="179" name=""/>
          <p:cNvSpPr/>
          <p:nvPr/>
        </p:nvSpPr>
        <p:spPr>
          <a:xfrm>
            <a:off x="6019920" y="5181480"/>
            <a:ext cx="0" cy="6858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80" name=""/>
          <p:cNvSpPr/>
          <p:nvPr/>
        </p:nvSpPr>
        <p:spPr>
          <a:xfrm>
            <a:off x="2971800" y="5257800"/>
            <a:ext cx="0" cy="6858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06d58"/>
        </a:solidFill>
      </p:bgPr>
    </p:bg>
    <p:spTree>
      <p:nvGrpSpPr>
        <p:cNvPr id="1" name=""/>
        <p:cNvGrpSpPr/>
        <p:nvPr/>
      </p:nvGrpSpPr>
      <p:grpSpPr>
        <a:xfrm>
          <a:off x="0" y="0"/>
          <a:ext cx="0" cy="0"/>
          <a:chOff x="0" y="0"/>
          <a:chExt cx="0" cy="0"/>
        </a:xfrm>
      </p:grpSpPr>
      <p:sp>
        <p:nvSpPr>
          <p:cNvPr id="181" name="PlaceHolder 1"/>
          <p:cNvSpPr>
            <a:spLocks noGrp="1"/>
          </p:cNvSpPr>
          <p:nvPr>
            <p:ph type="title"/>
          </p:nvPr>
        </p:nvSpPr>
        <p:spPr>
          <a:xfrm>
            <a:off x="1066320" y="380520"/>
            <a:ext cx="762012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6000" strike="noStrike" u="none">
                <a:solidFill>
                  <a:srgbClr val="221304"/>
                </a:solidFill>
                <a:effectLst/>
                <a:uFillTx/>
                <a:latin typeface="TremorITC TT"/>
              </a:rPr>
              <a:t>Gallery Walk</a:t>
            </a:r>
            <a:endParaRPr b="0" lang="en-IN" sz="6000" strike="noStrike" u="none">
              <a:solidFill>
                <a:srgbClr val="221304"/>
              </a:solidFill>
              <a:effectLst/>
              <a:uFillTx/>
              <a:latin typeface="Times New Roman"/>
            </a:endParaRPr>
          </a:p>
        </p:txBody>
      </p:sp>
      <p:sp>
        <p:nvSpPr>
          <p:cNvPr id="182" name="PlaceHolder 2"/>
          <p:cNvSpPr>
            <a:spLocks noGrp="1"/>
          </p:cNvSpPr>
          <p:nvPr>
            <p:ph/>
          </p:nvPr>
        </p:nvSpPr>
        <p:spPr>
          <a:xfrm>
            <a:off x="1066320" y="1752480"/>
            <a:ext cx="7620120" cy="4114800"/>
          </a:xfrm>
          <a:prstGeom prst="rect">
            <a:avLst/>
          </a:prstGeom>
          <a:noFill/>
          <a:ln w="0">
            <a:noFill/>
          </a:ln>
        </p:spPr>
        <p:txBody>
          <a:bodyPr lIns="90000" rIns="90000" tIns="46800" bIns="46800" anchor="t">
            <a:normAutofit fontScale="92500" lnSpcReduction="9999"/>
          </a:bodyPr>
          <a:p>
            <a:pPr marL="343080" indent="-343080" algn="ctr">
              <a:lnSpc>
                <a:spcPct val="100000"/>
              </a:lnSpc>
              <a:spcBef>
                <a:spcPts val="11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remorITC TT"/>
              </a:rPr>
              <a:t>Take Note of the following:</a:t>
            </a:r>
            <a:endParaRPr b="0" lang="en-IN" sz="4400" strike="noStrike" u="none">
              <a:solidFill>
                <a:srgbClr val="000000"/>
              </a:solidFill>
              <a:effectLst/>
              <a:uFillTx/>
              <a:latin typeface="Times New Roman"/>
            </a:endParaRPr>
          </a:p>
          <a:p>
            <a:pPr marL="343080" indent="-343080">
              <a:lnSpc>
                <a:spcPct val="100000"/>
              </a:lnSpc>
              <a:spcBef>
                <a:spcPts val="799"/>
              </a:spcBef>
              <a:buClr>
                <a:srgbClr val="000000"/>
              </a:buClr>
              <a:buFont typeface="TremorITC TT"/>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remorITC TT"/>
              </a:rPr>
              <a:t> </a:t>
            </a:r>
            <a:r>
              <a:rPr b="0" lang="en-IN" sz="3200" strike="noStrike" u="none">
                <a:solidFill>
                  <a:srgbClr val="000000"/>
                </a:solidFill>
                <a:effectLst/>
                <a:uFillTx/>
                <a:latin typeface="Comic Sans MS"/>
              </a:rPr>
              <a:t>Do plans differ from team to team.</a:t>
            </a:r>
            <a:endParaRPr b="0" lang="en-IN" sz="3200" strike="noStrike" u="none">
              <a:solidFill>
                <a:srgbClr val="000000"/>
              </a:solidFill>
              <a:effectLst/>
              <a:uFillTx/>
              <a:latin typeface="Times New Roman"/>
            </a:endParaRPr>
          </a:p>
          <a:p>
            <a:pPr marL="343080" indent="-343080">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Look for plans that are new to you.</a:t>
            </a:r>
            <a:endParaRPr b="0" lang="en-IN" sz="3200" strike="noStrike" u="none">
              <a:solidFill>
                <a:srgbClr val="000000"/>
              </a:solidFill>
              <a:effectLst/>
              <a:uFillTx/>
              <a:latin typeface="Times New Roman"/>
            </a:endParaRPr>
          </a:p>
          <a:p>
            <a:pPr marL="343080" indent="-343080">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Make notes on particular question you have about a particular plan.</a:t>
            </a:r>
            <a:endParaRPr b="0" lang="en-IN" sz="3200" strike="noStrike" u="none">
              <a:solidFill>
                <a:srgbClr val="000000"/>
              </a:solidFill>
              <a:effectLst/>
              <a:uFillTx/>
              <a:latin typeface="Times New Roman"/>
            </a:endParaRPr>
          </a:p>
          <a:p>
            <a:pPr marL="343080" indent="-343080">
              <a:lnSpc>
                <a:spcPct val="100000"/>
              </a:lnSpc>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Be able to identify problem behavior.</a:t>
            </a:r>
            <a:endParaRPr b="0" lang="en-IN" sz="3200" strike="noStrike" u="none">
              <a:solidFill>
                <a:srgbClr val="000000"/>
              </a:solidFill>
              <a:effectLst/>
              <a:uFillTx/>
              <a:latin typeface="Times New Roman"/>
            </a:endParaRPr>
          </a:p>
          <a:p>
            <a:pPr marL="343080" indent="-343080">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566" dur="indefinite" restart="never" nodeType="tmRoot">
          <p:childTnLst>
            <p:seq>
              <p:cTn id="567" dur="indefinite" nodeType="mainSeq">
                <p:childTnLst>
                  <p:par>
                    <p:cTn id="568" fill="hold">
                      <p:stCondLst>
                        <p:cond delay="indefinite"/>
                      </p:stCondLst>
                      <p:childTnLst>
                        <p:par>
                          <p:cTn id="569" fill="hold">
                            <p:stCondLst>
                              <p:cond delay="0"/>
                            </p:stCondLst>
                            <p:childTnLst>
                              <p:par>
                                <p:cTn id="570" nodeType="clickEffect" fill="hold" presetClass="entr" presetID="1">
                                  <p:stCondLst>
                                    <p:cond delay="0"/>
                                  </p:stCondLst>
                                  <p:childTnLst>
                                    <p:set>
                                      <p:cBhvr>
                                        <p:cTn id="571" dur="1" fill="hold">
                                          <p:stCondLst>
                                            <p:cond delay="499"/>
                                          </p:stCondLst>
                                        </p:cTn>
                                        <p:tgtEl>
                                          <p:spTgt spid="182">
                                            <p:txEl>
                                              <p:pRg st="0" end="0"/>
                                            </p:txEl>
                                          </p:spTgt>
                                        </p:tgtEl>
                                        <p:attrNameLst>
                                          <p:attrName>style.visibility</p:attrName>
                                        </p:attrNameLst>
                                      </p:cBhvr>
                                      <p:to>
                                        <p:strVal val="visible"/>
                                      </p:to>
                                    </p:set>
                                  </p:childTnLst>
                                </p:cTn>
                              </p:par>
                            </p:childTnLst>
                          </p:cTn>
                        </p:par>
                      </p:childTnLst>
                    </p:cTn>
                  </p:par>
                  <p:par>
                    <p:cTn id="572" fill="hold">
                      <p:stCondLst>
                        <p:cond delay="indefinite"/>
                      </p:stCondLst>
                      <p:childTnLst>
                        <p:par>
                          <p:cTn id="573" fill="hold">
                            <p:stCondLst>
                              <p:cond delay="0"/>
                            </p:stCondLst>
                            <p:childTnLst>
                              <p:par>
                                <p:cTn id="574" nodeType="clickEffect" fill="hold" presetClass="entr" presetID="1">
                                  <p:stCondLst>
                                    <p:cond delay="0"/>
                                  </p:stCondLst>
                                  <p:childTnLst>
                                    <p:set>
                                      <p:cBhvr>
                                        <p:cTn id="575" dur="1" fill="hold">
                                          <p:stCondLst>
                                            <p:cond delay="499"/>
                                          </p:stCondLst>
                                        </p:cTn>
                                        <p:tgtEl>
                                          <p:spTgt spid="182">
                                            <p:txEl>
                                              <p:pRg st="1" end="1"/>
                                            </p:txEl>
                                          </p:spTgt>
                                        </p:tgtEl>
                                        <p:attrNameLst>
                                          <p:attrName>style.visibility</p:attrName>
                                        </p:attrNameLst>
                                      </p:cBhvr>
                                      <p:to>
                                        <p:strVal val="visible"/>
                                      </p:to>
                                    </p:set>
                                  </p:childTnLst>
                                </p:cTn>
                              </p:par>
                            </p:childTnLst>
                          </p:cTn>
                        </p:par>
                      </p:childTnLst>
                    </p:cTn>
                  </p:par>
                  <p:par>
                    <p:cTn id="576" fill="hold">
                      <p:stCondLst>
                        <p:cond delay="indefinite"/>
                      </p:stCondLst>
                      <p:childTnLst>
                        <p:par>
                          <p:cTn id="577" fill="hold">
                            <p:stCondLst>
                              <p:cond delay="0"/>
                            </p:stCondLst>
                            <p:childTnLst>
                              <p:par>
                                <p:cTn id="578" nodeType="clickEffect" fill="hold" presetClass="entr" presetID="1">
                                  <p:stCondLst>
                                    <p:cond delay="0"/>
                                  </p:stCondLst>
                                  <p:childTnLst>
                                    <p:set>
                                      <p:cBhvr>
                                        <p:cTn id="579" dur="1" fill="hold">
                                          <p:stCondLst>
                                            <p:cond delay="499"/>
                                          </p:stCondLst>
                                        </p:cTn>
                                        <p:tgtEl>
                                          <p:spTgt spid="182">
                                            <p:txEl>
                                              <p:pRg st="2" end="2"/>
                                            </p:txEl>
                                          </p:spTgt>
                                        </p:tgtEl>
                                        <p:attrNameLst>
                                          <p:attrName>style.visibility</p:attrName>
                                        </p:attrNameLst>
                                      </p:cBhvr>
                                      <p:to>
                                        <p:strVal val="visible"/>
                                      </p:to>
                                    </p:set>
                                  </p:childTnLst>
                                </p:cTn>
                              </p:par>
                            </p:childTnLst>
                          </p:cTn>
                        </p:par>
                      </p:childTnLst>
                    </p:cTn>
                  </p:par>
                  <p:par>
                    <p:cTn id="580" fill="hold">
                      <p:stCondLst>
                        <p:cond delay="indefinite"/>
                      </p:stCondLst>
                      <p:childTnLst>
                        <p:par>
                          <p:cTn id="581" fill="hold">
                            <p:stCondLst>
                              <p:cond delay="0"/>
                            </p:stCondLst>
                            <p:childTnLst>
                              <p:par>
                                <p:cTn id="582" nodeType="clickEffect" fill="hold" presetClass="entr" presetID="1">
                                  <p:stCondLst>
                                    <p:cond delay="0"/>
                                  </p:stCondLst>
                                  <p:childTnLst>
                                    <p:set>
                                      <p:cBhvr>
                                        <p:cTn id="583" dur="1" fill="hold">
                                          <p:stCondLst>
                                            <p:cond delay="499"/>
                                          </p:stCondLst>
                                        </p:cTn>
                                        <p:tgtEl>
                                          <p:spTgt spid="182">
                                            <p:txEl>
                                              <p:pRg st="3" end="3"/>
                                            </p:txEl>
                                          </p:spTgt>
                                        </p:tgtEl>
                                        <p:attrNameLst>
                                          <p:attrName>style.visibility</p:attrName>
                                        </p:attrNameLst>
                                      </p:cBhvr>
                                      <p:to>
                                        <p:strVal val="visible"/>
                                      </p:to>
                                    </p:set>
                                  </p:childTnLst>
                                </p:cTn>
                              </p:par>
                            </p:childTnLst>
                          </p:cTn>
                        </p:par>
                      </p:childTnLst>
                    </p:cTn>
                  </p:par>
                  <p:par>
                    <p:cTn id="584" fill="hold">
                      <p:stCondLst>
                        <p:cond delay="indefinite"/>
                      </p:stCondLst>
                      <p:childTnLst>
                        <p:par>
                          <p:cTn id="585" fill="hold">
                            <p:stCondLst>
                              <p:cond delay="0"/>
                            </p:stCondLst>
                            <p:childTnLst>
                              <p:par>
                                <p:cTn id="586" nodeType="clickEffect" fill="hold" presetClass="entr" presetID="1">
                                  <p:stCondLst>
                                    <p:cond delay="0"/>
                                  </p:stCondLst>
                                  <p:childTnLst>
                                    <p:set>
                                      <p:cBhvr>
                                        <p:cTn id="587" dur="1" fill="hold">
                                          <p:stCondLst>
                                            <p:cond delay="499"/>
                                          </p:stCondLst>
                                        </p:cTn>
                                        <p:tgtEl>
                                          <p:spTgt spid="182">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2116</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2003-03-24T11:33:16Z</dcterms:created>
  <dc:creator>Rhonda K. Hedges</dc:creator>
  <dc:description/>
  <dc:language>en-IN</dc:language>
  <cp:lastModifiedBy>jcps</cp:lastModifiedBy>
  <dcterms:modified xsi:type="dcterms:W3CDTF">2007-07-23T12:11:23Z</dcterms:modified>
  <cp:revision>19</cp:revision>
  <dc:subject/>
  <dc:title>PowerPoint Presentation</dc:title>
</cp:coreProperties>
</file>