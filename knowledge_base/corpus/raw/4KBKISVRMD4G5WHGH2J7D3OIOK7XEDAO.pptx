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BEDD48-4EAF-4D31-9174-BECD1377F4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9c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34B650-A8CA-4401-B9E4-7164EEE017D9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06/03/25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D8104F-67DA-496B-A4BD-18958B438D0A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74284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Weather Impacts Briefing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April 18th 2011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NWS Nashville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*6 To mute your line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#6 to unmute your line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898989"/>
              </a:solidFill>
              <a:effectLst/>
              <a:uFillTx/>
              <a:latin typeface="Calibri"/>
            </a:endParaRPr>
          </a:p>
        </p:txBody>
      </p:sp>
      <p:pic>
        <p:nvPicPr>
          <p:cNvPr id="7" name="Picture 2" descr="W:\images\NWS_Logos\nws_emblem_200x200.gif"/>
          <p:cNvPicPr/>
          <p:nvPr/>
        </p:nvPicPr>
        <p:blipFill>
          <a:blip r:embed="rId1"/>
          <a:stretch/>
        </p:blipFill>
        <p:spPr>
          <a:xfrm>
            <a:off x="3657600" y="152280"/>
            <a:ext cx="1905120" cy="190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Quick Summary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Active week ahead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Storm chances just about every day but today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Severe threat Tuesday Night into Wednesday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Mainly straight line winds and large hail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More locally heavy rain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Another cold front possible Easter Weekend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Flooding potential will increase with each weather system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601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1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SPC “Day 2” Outlook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2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Picture 6" descr=""/>
          <p:cNvPicPr/>
          <p:nvPr/>
        </p:nvPicPr>
        <p:blipFill>
          <a:blip r:embed="rId1"/>
          <a:stretch/>
        </p:blipFill>
        <p:spPr>
          <a:xfrm>
            <a:off x="625320" y="1295280"/>
            <a:ext cx="7608960" cy="533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SPC “Day 2” Severe Chances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3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5" descr=""/>
          <p:cNvPicPr/>
          <p:nvPr/>
        </p:nvPicPr>
        <p:blipFill>
          <a:blip r:embed="rId2"/>
          <a:stretch/>
        </p:blipFill>
        <p:spPr>
          <a:xfrm>
            <a:off x="876240" y="1143000"/>
            <a:ext cx="6956640" cy="487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Rainfall Forecast Throught Wednesday Night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4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7" descr=""/>
          <p:cNvPicPr/>
          <p:nvPr/>
        </p:nvPicPr>
        <p:blipFill>
          <a:blip r:embed="rId2"/>
          <a:stretch/>
        </p:blipFill>
        <p:spPr>
          <a:xfrm>
            <a:off x="326880" y="1600200"/>
            <a:ext cx="815832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Rainfall Forecast Through Saturday Morning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5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5" descr=""/>
          <p:cNvPicPr/>
          <p:nvPr/>
        </p:nvPicPr>
        <p:blipFill>
          <a:blip r:embed="rId2"/>
          <a:stretch/>
        </p:blipFill>
        <p:spPr>
          <a:xfrm>
            <a:off x="228600" y="1600200"/>
            <a:ext cx="842472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Rainfall Outlook Sat-Tue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6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6" descr=""/>
          <p:cNvPicPr/>
          <p:nvPr/>
        </p:nvPicPr>
        <p:blipFill>
          <a:blip r:embed="rId2"/>
          <a:stretch/>
        </p:blipFill>
        <p:spPr>
          <a:xfrm>
            <a:off x="1828800" y="1198440"/>
            <a:ext cx="6091200" cy="565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Rainfall Outlook Sat-Tue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6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2" descr=""/>
          <p:cNvPicPr/>
          <p:nvPr/>
        </p:nvPicPr>
        <p:blipFill>
          <a:blip r:embed="rId2"/>
          <a:stretch/>
        </p:blipFill>
        <p:spPr>
          <a:xfrm>
            <a:off x="152280" y="304920"/>
            <a:ext cx="8610840" cy="665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Week Ahead - Summary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57200" y="1295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Main severe weather threat is Tuesday Night into Wednesday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Chance for showers and storms every day but today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Rainfall already well above normal.  Additional storms will continue to raise flooding threat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May have a call tomorrow afternoon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Next regularly scheduled briefing 4/25 - 10 am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Will continue each Monday through 5/23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8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33520" y="27428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QUESTIONS?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615.754.8502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WEATHER.GOV/NASHVILLE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8" name="Picture 2" descr="W:\images\NWS_Logos\nws_emblem_200x200.gif"/>
          <p:cNvPicPr/>
          <p:nvPr/>
        </p:nvPicPr>
        <p:blipFill>
          <a:blip r:embed="rId1"/>
          <a:stretch/>
        </p:blipFill>
        <p:spPr>
          <a:xfrm>
            <a:off x="3733920" y="304920"/>
            <a:ext cx="1904760" cy="19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lide Number Placeholder 3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2010-01-05T10:45:46Z</dcterms:created>
  <dc:creator>thomas.johnstone</dc:creator>
  <dc:description/>
  <dc:language>en-IN</dc:language>
  <cp:lastModifiedBy>thomas.johnstone</cp:lastModifiedBy>
  <dcterms:modified xsi:type="dcterms:W3CDTF">2011-04-18T06:47:31Z</dcterms:modified>
  <cp:revision>287</cp:revision>
  <dc:subject/>
  <dc:title>Slide 1</dc:title>
</cp:coreProperties>
</file>