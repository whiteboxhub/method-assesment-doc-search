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3.xml" ContentType="application/vnd.openxmlformats-officedocument.them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8.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_rels/slide1.xml.rels" ContentType="application/vnd.openxmlformats-package.relationships+xml"/>
  <Override PartName="/ppt/slides/_rels/slide22.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media/image1.wmf" ContentType="image/x-wmf"/>
  <Override PartName="/ppt/media/image2.png" ContentType="image/png"/>
  <Override PartName="/ppt/media/image3.wmf" ContentType="image/x-wmf"/>
  <Override PartName="/ppt/media/image7.gif" ContentType="image/gif"/>
  <Override PartName="/ppt/media/image4.wmf" ContentType="image/x-wmf"/>
  <Override PartName="/ppt/media/image8.gif" ContentType="image/gif"/>
  <Override PartName="/ppt/media/image5.wmf" ContentType="image/x-wmf"/>
  <Override PartName="/ppt/media/image6.wmf" ContentType="image/x-wmf"/>
  <Override PartName="/ppt/media/image9.wmf" ContentType="image/x-wmf"/>
  <Override PartName="/ppt/media/image10.wmf" ContentType="image/x-wmf"/>
  <Override PartName="/ppt/media/image11.wmf" ContentType="image/x-wmf"/>
  <Override PartName="/ppt/media/image20.gif" ContentType="image/gif"/>
  <Override PartName="/ppt/media/image12.wmf" ContentType="image/x-wmf"/>
  <Override PartName="/ppt/media/image13.png" ContentType="image/png"/>
  <Override PartName="/ppt/media/image14.wmf" ContentType="image/x-wmf"/>
  <Override PartName="/ppt/media/image15.wmf" ContentType="image/x-wmf"/>
  <Override PartName="/ppt/media/image16.wmf" ContentType="image/x-wmf"/>
  <Override PartName="/ppt/media/image17.wmf" ContentType="image/x-wmf"/>
  <Override PartName="/ppt/media/image18.wmf" ContentType="image/x-wmf"/>
  <Override PartName="/ppt/media/image19.jpeg" ContentType="image/jpeg"/>
  <Override PartName="/ppt/media/image21.wmf" ContentType="image/x-wmf"/>
  <Override PartName="/ppt/media/image22.wmf" ContentType="image/x-wmf"/>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
          <p:cNvSpPr/>
          <p:nvPr/>
        </p:nvSpPr>
        <p:spPr>
          <a:xfrm>
            <a:off x="0" y="0"/>
            <a:ext cx="6858000" cy="9144000"/>
          </a:xfrm>
          <a:prstGeom prst="rect">
            <a:avLst/>
          </a:prstGeom>
          <a:solidFill>
            <a:srgbClr val="ffffff"/>
          </a:solidFill>
          <a:ln w="0">
            <a:noFill/>
          </a:ln>
        </p:spPr>
        <p:txBody>
          <a:bodyPr lIns="90000" rIns="90000" tIns="45000" bIns="45000" anchor="ctr" anchorCtr="1">
            <a:noAutofit/>
          </a:bodyPr>
          <a:p>
            <a:endParaRPr b="0" lang="en-IN" sz="1800" strike="noStrike" u="none">
              <a:solidFill>
                <a:srgbClr val="000000"/>
              </a:solidFill>
              <a:effectLst/>
              <a:uFillTx/>
              <a:latin typeface="Arial"/>
            </a:endParaRPr>
          </a:p>
        </p:txBody>
      </p:sp>
      <p:sp>
        <p:nvSpPr>
          <p:cNvPr id="43" name="PlaceHolder 1"/>
          <p:cNvSpPr>
            <a:spLocks noGrp="1"/>
          </p:cNvSpPr>
          <p:nvPr>
            <p:ph type="hdr"/>
          </p:nvPr>
        </p:nvSpPr>
        <p:spPr>
          <a:xfrm>
            <a:off x="-360" y="0"/>
            <a:ext cx="2971800" cy="457200"/>
          </a:xfrm>
          <a:prstGeom prst="rect">
            <a:avLst/>
          </a:prstGeom>
          <a:noFill/>
          <a:ln w="0">
            <a:noFill/>
          </a:ln>
        </p:spPr>
        <p:txBody>
          <a:bodyPr lIns="90000" rIns="90000" tIns="46800" bIns="46800" anchor="t">
            <a:noAutofit/>
          </a:bodyPr>
          <a:p>
            <a:pPr marL="2160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&lt;header&gt;</a:t>
            </a:r>
            <a:endParaRPr b="0" lang="en-IN" sz="1200" strike="noStrike" u="none">
              <a:solidFill>
                <a:srgbClr val="000000"/>
              </a:solidFill>
              <a:effectLst/>
              <a:uFillTx/>
              <a:latin typeface="Times New Roman"/>
            </a:endParaRPr>
          </a:p>
        </p:txBody>
      </p:sp>
      <p:sp>
        <p:nvSpPr>
          <p:cNvPr id="44" name="PlaceHolder 2"/>
          <p:cNvSpPr>
            <a:spLocks noGrp="1"/>
          </p:cNvSpPr>
          <p:nvPr>
            <p:ph type="dt" idx="16"/>
          </p:nvPr>
        </p:nvSpPr>
        <p:spPr>
          <a:xfrm>
            <a:off x="3884400" y="0"/>
            <a:ext cx="2971800" cy="457200"/>
          </a:xfrm>
          <a:prstGeom prst="rect">
            <a:avLst/>
          </a:prstGeom>
          <a:noFill/>
          <a:ln w="0">
            <a:noFill/>
          </a:ln>
        </p:spPr>
        <p:txBody>
          <a:bodyPr lIns="90000" rIns="90000" tIns="46800" bIns="46800" anchor="t">
            <a:noAutofit/>
          </a:bodyPr>
          <a:lstStyle>
            <a:lvl1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Times New Roman"/>
              </a:defRPr>
            </a:lvl1pPr>
          </a:lstStyle>
          <a:p>
            <a: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&lt;date/time&gt;</a:t>
            </a:r>
            <a:endParaRPr b="0" lang="en-IN" sz="1200" strike="noStrike" u="none">
              <a:solidFill>
                <a:srgbClr val="000000"/>
              </a:solidFill>
              <a:effectLst/>
              <a:uFillTx/>
              <a:latin typeface="Times New Roman"/>
            </a:endParaRPr>
          </a:p>
        </p:txBody>
      </p:sp>
      <p:sp>
        <p:nvSpPr>
          <p:cNvPr id="45" name="PlaceHolder 3"/>
          <p:cNvSpPr>
            <a:spLocks noGrp="1"/>
          </p:cNvSpPr>
          <p:nvPr>
            <p:ph type="sldImg"/>
          </p:nvPr>
        </p:nvSpPr>
        <p:spPr>
          <a:xfrm>
            <a:off x="1143000" y="685440"/>
            <a:ext cx="4572000" cy="3429000"/>
          </a:xfrm>
          <a:prstGeom prst="rect">
            <a:avLst/>
          </a:prstGeom>
          <a:solidFill>
            <a:srgbClr val="ffffff"/>
          </a:solidFill>
          <a:ln w="9360">
            <a:solidFill>
              <a:srgbClr val="000000"/>
            </a:solidFill>
            <a:miter/>
          </a:ln>
        </p:spPr>
        <p:txBody>
          <a:bodyPr lIns="90000" rIns="90000" tIns="46800" bIns="4680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333399"/>
                </a:solidFill>
                <a:effectLst/>
                <a:uFillTx/>
                <a:latin typeface="Tahoma"/>
              </a:rPr>
              <a:t>Click to move the slide</a:t>
            </a:r>
            <a:endParaRPr b="0" lang="en-IN" sz="4400" strike="noStrike" u="none">
              <a:solidFill>
                <a:srgbClr val="333399"/>
              </a:solidFill>
              <a:effectLst/>
              <a:uFillTx/>
              <a:latin typeface="Tahoma"/>
            </a:endParaRPr>
          </a:p>
        </p:txBody>
      </p:sp>
      <p:sp>
        <p:nvSpPr>
          <p:cNvPr id="46" name="PlaceHolder 4"/>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Click to edit the notes format</a:t>
            </a:r>
            <a:endParaRPr b="0" lang="en-IN" sz="1200" strike="noStrike" u="none">
              <a:solidFill>
                <a:srgbClr val="000000"/>
              </a:solidFill>
              <a:effectLst/>
              <a:uFillTx/>
              <a:latin typeface="Arial"/>
            </a:endParaRPr>
          </a:p>
        </p:txBody>
      </p:sp>
      <p:sp>
        <p:nvSpPr>
          <p:cNvPr id="47" name="PlaceHolder 5"/>
          <p:cNvSpPr>
            <a:spLocks noGrp="1"/>
          </p:cNvSpPr>
          <p:nvPr>
            <p:ph type="ftr" idx="17"/>
          </p:nvPr>
        </p:nvSpPr>
        <p:spPr>
          <a:xfrm>
            <a:off x="-360" y="8685360"/>
            <a:ext cx="2971800" cy="457200"/>
          </a:xfrm>
          <a:prstGeom prst="rect">
            <a:avLst/>
          </a:prstGeom>
          <a:noFill/>
          <a:ln w="0">
            <a:noFill/>
          </a:ln>
        </p:spPr>
        <p:txBody>
          <a:bodyPr lIns="90000" rIns="90000" tIns="46800" bIns="46800" anchor="b">
            <a:noAutofit/>
          </a:bodyPr>
          <a:lstStyle>
            <a:lvl1pPr marL="2160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Times New Roman"/>
              </a:defRPr>
            </a:lvl1pPr>
          </a:lstStyle>
          <a:p>
            <a:pPr marL="2160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&lt;footer&gt;</a:t>
            </a:r>
            <a:endParaRPr b="0" lang="en-IN" sz="1200" strike="noStrike" u="none">
              <a:solidFill>
                <a:srgbClr val="000000"/>
              </a:solidFill>
              <a:effectLst/>
              <a:uFillTx/>
              <a:latin typeface="Times New Roman"/>
            </a:endParaRPr>
          </a:p>
        </p:txBody>
      </p:sp>
      <p:sp>
        <p:nvSpPr>
          <p:cNvPr id="48" name="PlaceHolder 6"/>
          <p:cNvSpPr>
            <a:spLocks noGrp="1"/>
          </p:cNvSpPr>
          <p:nvPr>
            <p:ph type="sldNum" idx="18"/>
          </p:nvPr>
        </p:nvSpPr>
        <p:spPr>
          <a:xfrm>
            <a:off x="3884400" y="8685360"/>
            <a:ext cx="2971800" cy="457200"/>
          </a:xfrm>
          <a:prstGeom prst="rect">
            <a:avLst/>
          </a:prstGeom>
          <a:noFill/>
          <a:ln w="0">
            <a:noFill/>
          </a:ln>
        </p:spPr>
        <p:txBody>
          <a:bodyPr lIns="90000" rIns="90000" tIns="46800" bIns="46800" anchor="b">
            <a:noAutofit/>
          </a:bodyPr>
          <a:lstStyle>
            <a:lvl1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Times New Roman"/>
              </a:defRPr>
            </a:lvl1pPr>
          </a:lstStyle>
          <a:p>
            <a: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3613162-6FF3-4818-A191-5057E3BBAFE1}" type="slidenum">
              <a:rPr b="0" lang="en-US" sz="1200" strike="noStrike" u="none">
                <a:solidFill>
                  <a:srgbClr val="000000"/>
                </a:solidFill>
                <a:effectLst/>
                <a:uFillTx/>
                <a:latin typeface="Times New Roman"/>
              </a:rPr>
              <a:t>&lt;number&gt;</a:t>
            </a:fld>
            <a:endParaRPr b="0" lang="en-IN" sz="12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sldImg"/>
          </p:nvPr>
        </p:nvSpPr>
        <p:spPr>
          <a:xfrm>
            <a:off x="1143000" y="685800"/>
            <a:ext cx="4572000" cy="3429000"/>
          </a:xfrm>
          <a:prstGeom prst="rect">
            <a:avLst/>
          </a:prstGeom>
          <a:ln w="0">
            <a:noFill/>
          </a:ln>
        </p:spPr>
      </p:sp>
      <p:sp>
        <p:nvSpPr>
          <p:cNvPr id="160" name="PlaceHolder 2"/>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FAR recognizes that buyer </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financing may be a customary market practice</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for commercial and noncommercial acquisitions. </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sldImg"/>
          </p:nvPr>
        </p:nvSpPr>
        <p:spPr>
          <a:xfrm>
            <a:off x="1143000" y="685800"/>
            <a:ext cx="4572000" cy="3429000"/>
          </a:xfrm>
          <a:prstGeom prst="rect">
            <a:avLst/>
          </a:prstGeom>
          <a:ln w="0">
            <a:noFill/>
          </a:ln>
        </p:spPr>
      </p:sp>
      <p:sp>
        <p:nvSpPr>
          <p:cNvPr id="162" name="PlaceHolder 2"/>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indent="0">
              <a:spcBef>
                <a:spcPts val="37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 or groups of contracts or orders (</a:t>
            </a:r>
            <a:r>
              <a:rPr b="0" i="1" lang="en-IN" sz="1000" strike="noStrike" u="none">
                <a:solidFill>
                  <a:srgbClr val="000000"/>
                </a:solidFill>
                <a:effectLst/>
                <a:uFillTx/>
                <a:latin typeface="Arial"/>
              </a:rPr>
              <a:t>e.g.</a:t>
            </a:r>
            <a:r>
              <a:rPr b="0" lang="en-IN" sz="1000" strike="noStrike" u="none">
                <a:solidFill>
                  <a:srgbClr val="000000"/>
                </a:solidFill>
                <a:effectLst/>
                <a:uFillTx/>
                <a:latin typeface="Arial"/>
              </a:rPr>
              <a:t>, issued under indefinite-delivery contracts, basic ordering agreements, or their equivalent);</a:t>
            </a:r>
            <a:endParaRPr b="0" lang="en-IN" sz="1000" strike="noStrike" u="none">
              <a:solidFill>
                <a:srgbClr val="000000"/>
              </a:solidFill>
              <a:effectLst/>
              <a:uFillTx/>
              <a:latin typeface="Arial"/>
            </a:endParaRPr>
          </a:p>
          <a:p>
            <a:pPr indent="0">
              <a:spcBef>
                <a:spcPts val="37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sldImg"/>
          </p:nvPr>
        </p:nvSpPr>
        <p:spPr>
          <a:xfrm>
            <a:off x="1143000" y="685800"/>
            <a:ext cx="4572000" cy="3429000"/>
          </a:xfrm>
          <a:prstGeom prst="rect">
            <a:avLst/>
          </a:prstGeom>
          <a:ln w="0">
            <a:noFill/>
          </a:ln>
        </p:spPr>
      </p:sp>
      <p:sp>
        <p:nvSpPr>
          <p:cNvPr id="164" name="PlaceHolder 2"/>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For </a:t>
            </a:r>
            <a:r>
              <a:rPr b="1" lang="en-IN" sz="1200" strike="noStrike" u="none">
                <a:solidFill>
                  <a:srgbClr val="000000"/>
                </a:solidFill>
                <a:effectLst/>
                <a:uFillTx/>
                <a:latin typeface="Arial"/>
              </a:rPr>
              <a:t>small business</a:t>
            </a:r>
            <a:r>
              <a:rPr b="0" lang="en-IN" sz="1200" strike="noStrike" u="none">
                <a:solidFill>
                  <a:srgbClr val="000000"/>
                </a:solidFill>
                <a:effectLst/>
                <a:uFillTx/>
                <a:latin typeface="Arial"/>
              </a:rPr>
              <a:t> the value of the contract must be over the simplified acquisition threshold ($100,000)</a:t>
            </a:r>
            <a:r>
              <a:rPr b="0" lang="en-IN" sz="1600" strike="noStrike" u="none">
                <a:solidFill>
                  <a:srgbClr val="000000"/>
                </a:solidFill>
                <a:effectLst/>
                <a:uFillTx/>
                <a:latin typeface="Arial"/>
              </a:rPr>
              <a:t> </a:t>
            </a:r>
            <a:r>
              <a:rPr b="0" lang="en-IN" sz="1200" strike="noStrike" u="none">
                <a:solidFill>
                  <a:srgbClr val="000000"/>
                </a:solidFill>
                <a:effectLst/>
                <a:uFillTx/>
                <a:latin typeface="Arial"/>
              </a:rPr>
              <a:t> and billing for the first delivery order is expected to be 4 months or more. For </a:t>
            </a:r>
            <a:r>
              <a:rPr b="1" lang="en-IN" sz="1200" strike="noStrike" u="none">
                <a:solidFill>
                  <a:srgbClr val="000000"/>
                </a:solidFill>
                <a:effectLst/>
                <a:uFillTx/>
                <a:latin typeface="Arial"/>
              </a:rPr>
              <a:t>large business</a:t>
            </a:r>
            <a:r>
              <a:rPr b="0" lang="en-IN" sz="1200" strike="noStrike" u="none">
                <a:solidFill>
                  <a:srgbClr val="000000"/>
                </a:solidFill>
                <a:effectLst/>
                <a:uFillTx/>
                <a:latin typeface="Arial"/>
              </a:rPr>
              <a:t> the value of the contract must exceed $2.5 million, and the first delivery will be 6 months or more.</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For </a:t>
            </a:r>
            <a:r>
              <a:rPr b="1" lang="en-IN" sz="1200" strike="noStrike" u="none">
                <a:solidFill>
                  <a:srgbClr val="000000"/>
                </a:solidFill>
                <a:effectLst/>
                <a:uFillTx/>
                <a:latin typeface="Arial"/>
              </a:rPr>
              <a:t>large business</a:t>
            </a:r>
            <a:r>
              <a:rPr b="0" lang="en-IN" sz="1200" strike="noStrike" u="none">
                <a:solidFill>
                  <a:srgbClr val="000000"/>
                </a:solidFill>
                <a:effectLst/>
                <a:uFillTx/>
                <a:latin typeface="Arial"/>
              </a:rPr>
              <a:t> the value of the contract must exceed $2.5 million, and the first delivery will be 6 months or more.</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sldImg"/>
          </p:nvPr>
        </p:nvSpPr>
        <p:spPr>
          <a:xfrm>
            <a:off x="1143000" y="685800"/>
            <a:ext cx="4572000" cy="3429000"/>
          </a:xfrm>
          <a:prstGeom prst="rect">
            <a:avLst/>
          </a:prstGeom>
          <a:ln w="0">
            <a:noFill/>
          </a:ln>
        </p:spPr>
      </p:sp>
      <p:sp>
        <p:nvSpPr>
          <p:cNvPr id="166" name="PlaceHolder 2"/>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lvl="1" marL="457200" indent="0">
              <a:lnSpc>
                <a:spcPct val="12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In the opinion of the Contracting Officer, it constitutes adequate security, and</a:t>
            </a:r>
            <a:endParaRPr b="0" lang="en-IN" sz="1200" strike="noStrike" u="none">
              <a:solidFill>
                <a:srgbClr val="000000"/>
              </a:solidFill>
              <a:effectLst/>
              <a:uFillTx/>
              <a:latin typeface="Arial"/>
            </a:endParaRPr>
          </a:p>
          <a:p>
            <a:pPr lvl="1" marL="457200" indent="0">
              <a:lnSpc>
                <a:spcPct val="12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The offeror agrees to provide additional security should that financial condition become inadequate as security</a:t>
            </a:r>
            <a:endParaRPr b="0" lang="en-IN" sz="1200" strike="noStrike" u="non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sldImg"/>
          </p:nvPr>
        </p:nvSpPr>
        <p:spPr>
          <a:xfrm>
            <a:off x="1143000" y="685800"/>
            <a:ext cx="4572000" cy="3429000"/>
          </a:xfrm>
          <a:prstGeom prst="rect">
            <a:avLst/>
          </a:prstGeom>
          <a:ln w="0">
            <a:noFill/>
          </a:ln>
        </p:spPr>
      </p:sp>
      <p:sp>
        <p:nvSpPr>
          <p:cNvPr id="168" name="PlaceHolder 2"/>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lvl="1" marL="457200" indent="0">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Performance Based Payments </a:t>
            </a:r>
            <a:r>
              <a:rPr b="1" lang="en-IN" sz="1400" strike="noStrike" u="none">
                <a:solidFill>
                  <a:srgbClr val="000000"/>
                </a:solidFill>
                <a:effectLst/>
                <a:uFillTx/>
                <a:latin typeface="Arial"/>
              </a:rPr>
              <a:t>(FAR subpart 32.10)</a:t>
            </a:r>
            <a:endParaRPr b="0" lang="en-IN" sz="1400" strike="noStrike" u="none">
              <a:solidFill>
                <a:srgbClr val="000000"/>
              </a:solidFill>
              <a:effectLst/>
              <a:uFillTx/>
              <a:latin typeface="Arial"/>
            </a:endParaRPr>
          </a:p>
          <a:p>
            <a:pPr lvl="1" marL="457200" indent="0">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Progress Payments based on costs</a:t>
            </a:r>
            <a:endParaRPr b="0" lang="en-IN" sz="1400" strike="noStrike" u="none">
              <a:solidFill>
                <a:srgbClr val="000000"/>
              </a:solidFill>
              <a:effectLst/>
              <a:uFillTx/>
              <a:latin typeface="Arial"/>
            </a:endParaRPr>
          </a:p>
          <a:p>
            <a:pPr lvl="1" marL="457200" indent="0">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Progress Payments based on percentage or stage of completion</a:t>
            </a:r>
            <a:endParaRPr b="0" lang="en-IN" sz="1400" strike="noStrike" u="none">
              <a:solidFill>
                <a:srgbClr val="000000"/>
              </a:solidFill>
              <a:effectLst/>
              <a:uFillTx/>
              <a:latin typeface="Arial"/>
            </a:endParaRPr>
          </a:p>
          <a:p>
            <a:pPr indent="0">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p:bg>
      <p:bgPr>
        <a:solidFill>
          <a:srgbClr val="ffffff"/>
        </a:solidFill>
      </p:bgPr>
    </p:bg>
    <p:spTree>
      <p:nvGrpSpPr>
        <p:cNvPr id="1" name=""/>
        <p:cNvGrpSpPr/>
        <p:nvPr/>
      </p:nvGrpSpPr>
      <p:grpSpPr>
        <a:xfrm>
          <a:off x="0" y="0"/>
          <a:ext cx="0" cy="0"/>
          <a:chOff x="0" y="0"/>
          <a:chExt cx="0" cy="0"/>
        </a:xfrm>
      </p:grpSpPr>
      <p:sp>
        <p:nvSpPr>
          <p:cNvPr id="0" name=""/>
          <p:cNvSpPr/>
          <p:nvPr/>
        </p:nvSpPr>
        <p:spPr>
          <a:xfrm>
            <a:off x="417600" y="1098720"/>
            <a:ext cx="438120" cy="474480"/>
          </a:xfrm>
          <a:prstGeom prst="rect">
            <a:avLst/>
          </a:prstGeom>
          <a:solidFill>
            <a:srgbClr val="ffcf01"/>
          </a:soli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 name=""/>
          <p:cNvSpPr/>
          <p:nvPr/>
        </p:nvSpPr>
        <p:spPr>
          <a:xfrm>
            <a:off x="800280" y="1098720"/>
            <a:ext cx="328320" cy="474480"/>
          </a:xfrm>
          <a:prstGeom prst="rect">
            <a:avLst/>
          </a:prstGeom>
          <a:gradFill rotWithShape="0">
            <a:gsLst>
              <a:gs pos="0">
                <a:srgbClr val="ffffff"/>
              </a:gs>
              <a:gs pos="100000">
                <a:srgbClr val="ffcf01"/>
              </a:gs>
            </a:gsLst>
            <a:lin ang="10800000"/>
          </a:gra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2" name=""/>
          <p:cNvSpPr/>
          <p:nvPr/>
        </p:nvSpPr>
        <p:spPr>
          <a:xfrm>
            <a:off x="541440" y="1521000"/>
            <a:ext cx="422280" cy="474480"/>
          </a:xfrm>
          <a:prstGeom prst="rect">
            <a:avLst/>
          </a:prstGeom>
          <a:solidFill>
            <a:srgbClr val="3333cc"/>
          </a:soli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3" name=""/>
          <p:cNvSpPr/>
          <p:nvPr/>
        </p:nvSpPr>
        <p:spPr>
          <a:xfrm>
            <a:off x="911160" y="1521000"/>
            <a:ext cx="368280" cy="474480"/>
          </a:xfrm>
          <a:prstGeom prst="rect">
            <a:avLst/>
          </a:prstGeom>
          <a:gradFill rotWithShape="0">
            <a:gsLst>
              <a:gs pos="0">
                <a:srgbClr val="ffffff"/>
              </a:gs>
              <a:gs pos="100000">
                <a:srgbClr val="3333cc"/>
              </a:gs>
            </a:gsLst>
            <a:lin ang="10800000"/>
          </a:gra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4" name=""/>
          <p:cNvSpPr/>
          <p:nvPr/>
        </p:nvSpPr>
        <p:spPr>
          <a:xfrm>
            <a:off x="127080" y="1447920"/>
            <a:ext cx="560160" cy="422280"/>
          </a:xfrm>
          <a:prstGeom prst="rect">
            <a:avLst/>
          </a:prstGeom>
          <a:gradFill rotWithShape="0">
            <a:gsLst>
              <a:gs pos="0">
                <a:srgbClr val="ff0000"/>
              </a:gs>
              <a:gs pos="100000">
                <a:srgbClr val="ffffff"/>
              </a:gs>
            </a:gsLst>
            <a:lin ang="8100000"/>
          </a:gra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5" name=""/>
          <p:cNvSpPr/>
          <p:nvPr/>
        </p:nvSpPr>
        <p:spPr>
          <a:xfrm>
            <a:off x="762120" y="990720"/>
            <a:ext cx="31680" cy="1052280"/>
          </a:xfrm>
          <a:prstGeom prst="rect">
            <a:avLst/>
          </a:prstGeom>
          <a:solidFill>
            <a:srgbClr val="1c1c1c"/>
          </a:soli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6" name=""/>
          <p:cNvSpPr/>
          <p:nvPr/>
        </p:nvSpPr>
        <p:spPr>
          <a:xfrm>
            <a:off x="442800" y="1781280"/>
            <a:ext cx="8226360" cy="31680"/>
          </a:xfrm>
          <a:prstGeom prst="rect">
            <a:avLst/>
          </a:prstGeom>
          <a:gradFill rotWithShape="0">
            <a:gsLst>
              <a:gs pos="0">
                <a:srgbClr val="ffffff"/>
              </a:gs>
              <a:gs pos="100000">
                <a:srgbClr val="1c1c1c"/>
              </a:gs>
            </a:gsLst>
            <a:lin ang="10800000"/>
          </a:gradFill>
          <a:ln w="0">
            <a:noFill/>
          </a:ln>
        </p:spPr>
        <p:style>
          <a:lnRef idx="0"/>
          <a:fillRef idx="0"/>
          <a:effectRef idx="0"/>
          <a:fontRef idx="minor"/>
        </p:style>
        <p:txBody>
          <a:bodyPr wrap="none" lIns="90000" rIns="90000" tIns="-15120" bIns="-1512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7" name="PlaceHolder 1"/>
          <p:cNvSpPr>
            <a:spLocks noGrp="1"/>
          </p:cNvSpPr>
          <p:nvPr>
            <p:ph type="title"/>
          </p:nvPr>
        </p:nvSpPr>
        <p:spPr>
          <a:xfrm>
            <a:off x="1150560" y="214200"/>
            <a:ext cx="7792920" cy="146232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333399"/>
                </a:solidFill>
                <a:effectLst/>
                <a:uFillTx/>
                <a:latin typeface="Tahoma"/>
              </a:rPr>
              <a:t>Click to edit the title text format</a:t>
            </a:r>
            <a:endParaRPr b="0" lang="en-IN" sz="4400" strike="noStrike" u="none">
              <a:solidFill>
                <a:srgbClr val="333399"/>
              </a:solidFill>
              <a:effectLst/>
              <a:uFillTx/>
              <a:latin typeface="Tahoma"/>
            </a:endParaRPr>
          </a:p>
        </p:txBody>
      </p:sp>
      <p:sp>
        <p:nvSpPr>
          <p:cNvPr id="8" name="PlaceHolder 2"/>
          <p:cNvSpPr>
            <a:spLocks noGrp="1"/>
          </p:cNvSpPr>
          <p:nvPr>
            <p:ph type="body"/>
          </p:nvPr>
        </p:nvSpPr>
        <p:spPr>
          <a:xfrm>
            <a:off x="1182600" y="2017800"/>
            <a:ext cx="7772400" cy="4114800"/>
          </a:xfrm>
          <a:prstGeom prst="rect">
            <a:avLst/>
          </a:prstGeom>
          <a:noFill/>
          <a:ln w="0">
            <a:noFill/>
          </a:ln>
        </p:spPr>
        <p:txBody>
          <a:bodyPr lIns="90000" rIns="90000" tIns="46800" bIns="46800" anchor="t">
            <a:normAutofit lnSpcReduction="9999"/>
          </a:bodyPr>
          <a:p>
            <a:pPr marL="343080" indent="-343080">
              <a:spcBef>
                <a:spcPts val="799"/>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Click to edit the outline text format</a:t>
            </a:r>
            <a:endParaRPr b="0" lang="en-IN" sz="3200" strike="noStrike" u="none">
              <a:solidFill>
                <a:srgbClr val="000000"/>
              </a:solidFill>
              <a:effectLst/>
              <a:uFillTx/>
              <a:latin typeface="Tahoma"/>
            </a:endParaRPr>
          </a:p>
          <a:p>
            <a:pPr lvl="1" marL="743040" indent="-285840">
              <a:spcBef>
                <a:spcPts val="799"/>
              </a:spcBef>
              <a:buClr>
                <a:srgbClr val="ff0000"/>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Second Outline Level</a:t>
            </a:r>
            <a:endParaRPr b="0" lang="en-IN" sz="3200" strike="noStrike" u="none">
              <a:solidFill>
                <a:srgbClr val="000000"/>
              </a:solidFill>
              <a:effectLst/>
              <a:uFillTx/>
              <a:latin typeface="Tahoma"/>
            </a:endParaRPr>
          </a:p>
          <a:p>
            <a:pPr lvl="2" marL="1143000" indent="-228600">
              <a:spcBef>
                <a:spcPts val="799"/>
              </a:spcBef>
              <a:buClr>
                <a:srgbClr val="3333cc"/>
              </a:buClr>
              <a:buSzPct val="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Third Outline Level</a:t>
            </a:r>
            <a:endParaRPr b="0" lang="en-IN" sz="3200" strike="noStrike" u="none">
              <a:solidFill>
                <a:srgbClr val="000000"/>
              </a:solidFill>
              <a:effectLst/>
              <a:uFillTx/>
              <a:latin typeface="Tahoma"/>
            </a:endParaRPr>
          </a:p>
          <a:p>
            <a:pPr lvl="3" marL="1600200" indent="-228600">
              <a:spcBef>
                <a:spcPts val="799"/>
              </a:spcBef>
              <a:buClr>
                <a:srgbClr val="ffcf01"/>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Fourth Outline Level</a:t>
            </a:r>
            <a:endParaRPr b="0" lang="en-IN" sz="3200" strike="noStrike" u="none">
              <a:solidFill>
                <a:srgbClr val="000000"/>
              </a:solidFill>
              <a:effectLst/>
              <a:uFillTx/>
              <a:latin typeface="Tahoma"/>
            </a:endParaRPr>
          </a:p>
          <a:p>
            <a:pPr lvl="4" marL="2057400" indent="-228600">
              <a:spcBef>
                <a:spcPts val="799"/>
              </a:spcBef>
              <a:buClr>
                <a:srgbClr val="00e4a8"/>
              </a:buClr>
              <a:buSzPct val="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Fifth Outline Level</a:t>
            </a:r>
            <a:endParaRPr b="0" lang="en-IN" sz="3200" strike="noStrike" u="none">
              <a:solidFill>
                <a:srgbClr val="000000"/>
              </a:solidFill>
              <a:effectLst/>
              <a:uFillTx/>
              <a:latin typeface="Tahoma"/>
            </a:endParaRPr>
          </a:p>
          <a:p>
            <a:pPr lvl="5" marL="2057400" indent="-228600">
              <a:spcBef>
                <a:spcPts val="799"/>
              </a:spcBef>
              <a:buClr>
                <a:srgbClr val="000000"/>
              </a:buClr>
              <a:buSzPct val="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Sixth Outline Level</a:t>
            </a:r>
            <a:endParaRPr b="0" lang="en-IN" sz="3200" strike="noStrike" u="none">
              <a:solidFill>
                <a:srgbClr val="000000"/>
              </a:solidFill>
              <a:effectLst/>
              <a:uFillTx/>
              <a:latin typeface="Tahoma"/>
            </a:endParaRPr>
          </a:p>
          <a:p>
            <a:pPr lvl="6" marL="2057400" indent="-228600">
              <a:spcBef>
                <a:spcPts val="799"/>
              </a:spcBef>
              <a:buClr>
                <a:srgbClr val="000000"/>
              </a:buClr>
              <a:buSzPct val="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Seventh Outline Level</a:t>
            </a:r>
            <a:endParaRPr b="0" lang="en-IN" sz="3200" strike="noStrike" u="none">
              <a:solidFill>
                <a:srgbClr val="000000"/>
              </a:solidFill>
              <a:effectLst/>
              <a:uFillTx/>
              <a:latin typeface="Tahoma"/>
            </a:endParaRPr>
          </a:p>
        </p:txBody>
      </p:sp>
      <p:sp>
        <p:nvSpPr>
          <p:cNvPr id="9" name="PlaceHolder 3"/>
          <p:cNvSpPr>
            <a:spLocks noGrp="1"/>
          </p:cNvSpPr>
          <p:nvPr>
            <p:ph type="dt" idx="1"/>
          </p:nvPr>
        </p:nvSpPr>
        <p:spPr>
          <a:xfrm>
            <a:off x="1162080" y="6243480"/>
            <a:ext cx="1905120" cy="457200"/>
          </a:xfrm>
          <a:prstGeom prst="rect">
            <a:avLst/>
          </a:prstGeom>
          <a:noFill/>
          <a:ln w="0">
            <a:noFill/>
          </a:ln>
        </p:spPr>
        <p:txBody>
          <a:bodyPr lIns="90000" rIns="90000" tIns="46800" bIns="4680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Tahoma"/>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Tahoma"/>
              </a:rPr>
              <a:t>&lt;date/time&gt;</a:t>
            </a:r>
            <a:endParaRPr b="0" lang="en-IN" sz="1400" strike="noStrike" u="none">
              <a:solidFill>
                <a:srgbClr val="000000"/>
              </a:solidFill>
              <a:effectLst/>
              <a:uFillTx/>
              <a:latin typeface="Times New Roman"/>
            </a:endParaRPr>
          </a:p>
        </p:txBody>
      </p:sp>
      <p:sp>
        <p:nvSpPr>
          <p:cNvPr id="10" name="PlaceHolder 4"/>
          <p:cNvSpPr>
            <a:spLocks noGrp="1"/>
          </p:cNvSpPr>
          <p:nvPr>
            <p:ph type="ftr" idx="2"/>
          </p:nvPr>
        </p:nvSpPr>
        <p:spPr>
          <a:xfrm>
            <a:off x="3657240" y="6243480"/>
            <a:ext cx="2895480" cy="457200"/>
          </a:xfrm>
          <a:prstGeom prst="rect">
            <a:avLst/>
          </a:prstGeom>
          <a:noFill/>
          <a:ln w="0">
            <a:noFill/>
          </a:ln>
        </p:spPr>
        <p:txBody>
          <a:bodyPr lIns="90000" rIns="90000" tIns="46800" bIns="46800" anchor="b">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Tahoma"/>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Tahoma"/>
              </a:rPr>
              <a:t>&lt;footer&gt;</a:t>
            </a:r>
            <a:endParaRPr b="0" lang="en-IN" sz="1400" strike="noStrike" u="none">
              <a:solidFill>
                <a:srgbClr val="000000"/>
              </a:solidFill>
              <a:effectLst/>
              <a:uFillTx/>
              <a:latin typeface="Times New Roman"/>
            </a:endParaRPr>
          </a:p>
        </p:txBody>
      </p:sp>
      <p:sp>
        <p:nvSpPr>
          <p:cNvPr id="11" name="PlaceHolder 5"/>
          <p:cNvSpPr>
            <a:spLocks noGrp="1"/>
          </p:cNvSpPr>
          <p:nvPr>
            <p:ph type="sldNum" idx="3"/>
          </p:nvPr>
        </p:nvSpPr>
        <p:spPr>
          <a:xfrm>
            <a:off x="7041960" y="6243480"/>
            <a:ext cx="1904760" cy="457200"/>
          </a:xfrm>
          <a:prstGeom prst="rect">
            <a:avLst/>
          </a:prstGeom>
          <a:noFill/>
          <a:ln w="0">
            <a:noFill/>
          </a:ln>
        </p:spPr>
        <p:txBody>
          <a:bodyPr lIns="90000" rIns="90000" tIns="46800" bIns="46800" anchor="b">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Tahoma"/>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E8A8F54-96F6-40DB-A22C-8C974C0AB6EC}" type="slidenum">
              <a:rPr b="0" lang="en-US" sz="1400" strike="noStrike" u="none">
                <a:solidFill>
                  <a:srgbClr val="000000"/>
                </a:solidFill>
                <a:effectLst/>
                <a:uFillTx/>
                <a:latin typeface="Tahoma"/>
              </a:rPr>
              <a:t>&lt;number&gt;</a:t>
            </a:fld>
            <a:endParaRPr b="0" lang="en-IN" sz="1400" strike="noStrike" u="non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p:bg>
      <p:bgPr>
        <a:solidFill>
          <a:srgbClr val="ffffff"/>
        </a:solidFill>
      </p:bgPr>
    </p:bg>
    <p:spTree>
      <p:nvGrpSpPr>
        <p:cNvPr id="1" name=""/>
        <p:cNvGrpSpPr/>
        <p:nvPr/>
      </p:nvGrpSpPr>
      <p:grpSpPr>
        <a:xfrm>
          <a:off x="0" y="0"/>
          <a:ext cx="0" cy="0"/>
          <a:chOff x="0" y="0"/>
          <a:chExt cx="0" cy="0"/>
        </a:xfrm>
      </p:grpSpPr>
      <p:sp>
        <p:nvSpPr>
          <p:cNvPr id="0" name=""/>
          <p:cNvSpPr/>
          <p:nvPr/>
        </p:nvSpPr>
        <p:spPr>
          <a:xfrm>
            <a:off x="417600" y="1098720"/>
            <a:ext cx="438120" cy="474480"/>
          </a:xfrm>
          <a:prstGeom prst="rect">
            <a:avLst/>
          </a:prstGeom>
          <a:solidFill>
            <a:srgbClr val="ffcf01"/>
          </a:soli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 name=""/>
          <p:cNvSpPr/>
          <p:nvPr/>
        </p:nvSpPr>
        <p:spPr>
          <a:xfrm>
            <a:off x="800280" y="1098720"/>
            <a:ext cx="328320" cy="474480"/>
          </a:xfrm>
          <a:prstGeom prst="rect">
            <a:avLst/>
          </a:prstGeom>
          <a:gradFill rotWithShape="0">
            <a:gsLst>
              <a:gs pos="0">
                <a:srgbClr val="ffffff"/>
              </a:gs>
              <a:gs pos="100000">
                <a:srgbClr val="ffcf01"/>
              </a:gs>
            </a:gsLst>
            <a:lin ang="10800000"/>
          </a:gra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2" name=""/>
          <p:cNvSpPr/>
          <p:nvPr/>
        </p:nvSpPr>
        <p:spPr>
          <a:xfrm>
            <a:off x="541440" y="1521000"/>
            <a:ext cx="422280" cy="474480"/>
          </a:xfrm>
          <a:prstGeom prst="rect">
            <a:avLst/>
          </a:prstGeom>
          <a:solidFill>
            <a:srgbClr val="3333cc"/>
          </a:soli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3" name=""/>
          <p:cNvSpPr/>
          <p:nvPr/>
        </p:nvSpPr>
        <p:spPr>
          <a:xfrm>
            <a:off x="911160" y="1521000"/>
            <a:ext cx="368280" cy="474480"/>
          </a:xfrm>
          <a:prstGeom prst="rect">
            <a:avLst/>
          </a:prstGeom>
          <a:gradFill rotWithShape="0">
            <a:gsLst>
              <a:gs pos="0">
                <a:srgbClr val="ffffff"/>
              </a:gs>
              <a:gs pos="100000">
                <a:srgbClr val="3333cc"/>
              </a:gs>
            </a:gsLst>
            <a:lin ang="10800000"/>
          </a:gra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4" name=""/>
          <p:cNvSpPr/>
          <p:nvPr/>
        </p:nvSpPr>
        <p:spPr>
          <a:xfrm>
            <a:off x="127080" y="1447920"/>
            <a:ext cx="560160" cy="422280"/>
          </a:xfrm>
          <a:prstGeom prst="rect">
            <a:avLst/>
          </a:prstGeom>
          <a:gradFill rotWithShape="0">
            <a:gsLst>
              <a:gs pos="0">
                <a:srgbClr val="ff0000"/>
              </a:gs>
              <a:gs pos="100000">
                <a:srgbClr val="ffffff"/>
              </a:gs>
            </a:gsLst>
            <a:lin ang="8100000"/>
          </a:gra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5" name=""/>
          <p:cNvSpPr/>
          <p:nvPr/>
        </p:nvSpPr>
        <p:spPr>
          <a:xfrm>
            <a:off x="762120" y="990720"/>
            <a:ext cx="31680" cy="1052280"/>
          </a:xfrm>
          <a:prstGeom prst="rect">
            <a:avLst/>
          </a:prstGeom>
          <a:solidFill>
            <a:srgbClr val="1c1c1c"/>
          </a:soli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6" name=""/>
          <p:cNvSpPr/>
          <p:nvPr/>
        </p:nvSpPr>
        <p:spPr>
          <a:xfrm>
            <a:off x="442800" y="1781280"/>
            <a:ext cx="8226360" cy="31680"/>
          </a:xfrm>
          <a:prstGeom prst="rect">
            <a:avLst/>
          </a:prstGeom>
          <a:gradFill rotWithShape="0">
            <a:gsLst>
              <a:gs pos="0">
                <a:srgbClr val="ffffff"/>
              </a:gs>
              <a:gs pos="100000">
                <a:srgbClr val="1c1c1c"/>
              </a:gs>
            </a:gsLst>
            <a:lin ang="10800000"/>
          </a:gradFill>
          <a:ln w="0">
            <a:noFill/>
          </a:ln>
        </p:spPr>
        <p:style>
          <a:lnRef idx="0"/>
          <a:fillRef idx="0"/>
          <a:effectRef idx="0"/>
          <a:fontRef idx="minor"/>
        </p:style>
        <p:txBody>
          <a:bodyPr wrap="none" lIns="90000" rIns="90000" tIns="-15120" bIns="-1512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2" name="PlaceHolder 1"/>
          <p:cNvSpPr>
            <a:spLocks noGrp="1"/>
          </p:cNvSpPr>
          <p:nvPr>
            <p:ph type="title"/>
          </p:nvPr>
        </p:nvSpPr>
        <p:spPr>
          <a:xfrm>
            <a:off x="1150560" y="214200"/>
            <a:ext cx="7792920" cy="146232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333399"/>
                </a:solidFill>
                <a:effectLst/>
                <a:uFillTx/>
                <a:latin typeface="Tahoma"/>
              </a:rPr>
              <a:t>Click to edit the title text format</a:t>
            </a:r>
            <a:endParaRPr b="0" lang="en-IN" sz="4400" strike="noStrike" u="none">
              <a:solidFill>
                <a:srgbClr val="333399"/>
              </a:solidFill>
              <a:effectLst/>
              <a:uFillTx/>
              <a:latin typeface="Tahoma"/>
            </a:endParaRPr>
          </a:p>
        </p:txBody>
      </p:sp>
      <p:sp>
        <p:nvSpPr>
          <p:cNvPr id="13" name="PlaceHolder 2"/>
          <p:cNvSpPr>
            <a:spLocks noGrp="1"/>
          </p:cNvSpPr>
          <p:nvPr>
            <p:ph type="body"/>
          </p:nvPr>
        </p:nvSpPr>
        <p:spPr>
          <a:xfrm>
            <a:off x="1182600" y="2017800"/>
            <a:ext cx="7772400" cy="4114800"/>
          </a:xfrm>
          <a:prstGeom prst="rect">
            <a:avLst/>
          </a:prstGeom>
          <a:noFill/>
          <a:ln w="0">
            <a:noFill/>
          </a:ln>
        </p:spPr>
        <p:txBody>
          <a:bodyPr lIns="90000" rIns="90000" tIns="46800" bIns="46800" anchor="t">
            <a:normAutofit lnSpcReduction="9999"/>
          </a:bodyPr>
          <a:p>
            <a:pPr marL="343080" indent="-343080">
              <a:spcBef>
                <a:spcPts val="799"/>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Click to edit the outline text format</a:t>
            </a:r>
            <a:endParaRPr b="0" lang="en-IN" sz="3200" strike="noStrike" u="none">
              <a:solidFill>
                <a:srgbClr val="000000"/>
              </a:solidFill>
              <a:effectLst/>
              <a:uFillTx/>
              <a:latin typeface="Tahoma"/>
            </a:endParaRPr>
          </a:p>
          <a:p>
            <a:pPr lvl="1" marL="743040" indent="-285840">
              <a:spcBef>
                <a:spcPts val="799"/>
              </a:spcBef>
              <a:buClr>
                <a:srgbClr val="ff0000"/>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Second Outline Level</a:t>
            </a:r>
            <a:endParaRPr b="0" lang="en-IN" sz="3200" strike="noStrike" u="none">
              <a:solidFill>
                <a:srgbClr val="000000"/>
              </a:solidFill>
              <a:effectLst/>
              <a:uFillTx/>
              <a:latin typeface="Tahoma"/>
            </a:endParaRPr>
          </a:p>
          <a:p>
            <a:pPr lvl="2" marL="1143000" indent="-228600">
              <a:spcBef>
                <a:spcPts val="799"/>
              </a:spcBef>
              <a:buClr>
                <a:srgbClr val="3333cc"/>
              </a:buClr>
              <a:buSzPct val="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Third Outline Level</a:t>
            </a:r>
            <a:endParaRPr b="0" lang="en-IN" sz="3200" strike="noStrike" u="none">
              <a:solidFill>
                <a:srgbClr val="000000"/>
              </a:solidFill>
              <a:effectLst/>
              <a:uFillTx/>
              <a:latin typeface="Tahoma"/>
            </a:endParaRPr>
          </a:p>
          <a:p>
            <a:pPr lvl="3" marL="1600200" indent="-228600">
              <a:spcBef>
                <a:spcPts val="799"/>
              </a:spcBef>
              <a:buClr>
                <a:srgbClr val="ffcf01"/>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Fourth Outline Level</a:t>
            </a:r>
            <a:endParaRPr b="0" lang="en-IN" sz="3200" strike="noStrike" u="none">
              <a:solidFill>
                <a:srgbClr val="000000"/>
              </a:solidFill>
              <a:effectLst/>
              <a:uFillTx/>
              <a:latin typeface="Tahoma"/>
            </a:endParaRPr>
          </a:p>
          <a:p>
            <a:pPr lvl="4" marL="2057400" indent="-228600">
              <a:spcBef>
                <a:spcPts val="799"/>
              </a:spcBef>
              <a:buClr>
                <a:srgbClr val="00e4a8"/>
              </a:buClr>
              <a:buSzPct val="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Fifth Outline Level</a:t>
            </a:r>
            <a:endParaRPr b="0" lang="en-IN" sz="3200" strike="noStrike" u="none">
              <a:solidFill>
                <a:srgbClr val="000000"/>
              </a:solidFill>
              <a:effectLst/>
              <a:uFillTx/>
              <a:latin typeface="Tahoma"/>
            </a:endParaRPr>
          </a:p>
          <a:p>
            <a:pPr lvl="5" marL="2057400" indent="-228600">
              <a:spcBef>
                <a:spcPts val="799"/>
              </a:spcBef>
              <a:buClr>
                <a:srgbClr val="000000"/>
              </a:buClr>
              <a:buSzPct val="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Sixth Outline Level</a:t>
            </a:r>
            <a:endParaRPr b="0" lang="en-IN" sz="3200" strike="noStrike" u="none">
              <a:solidFill>
                <a:srgbClr val="000000"/>
              </a:solidFill>
              <a:effectLst/>
              <a:uFillTx/>
              <a:latin typeface="Tahoma"/>
            </a:endParaRPr>
          </a:p>
          <a:p>
            <a:pPr lvl="6" marL="2057400" indent="-228600">
              <a:spcBef>
                <a:spcPts val="799"/>
              </a:spcBef>
              <a:buClr>
                <a:srgbClr val="000000"/>
              </a:buClr>
              <a:buSzPct val="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Seventh Outline Level</a:t>
            </a:r>
            <a:endParaRPr b="0" lang="en-IN" sz="3200" strike="noStrike" u="none">
              <a:solidFill>
                <a:srgbClr val="000000"/>
              </a:solidFill>
              <a:effectLst/>
              <a:uFillTx/>
              <a:latin typeface="Tahoma"/>
            </a:endParaRPr>
          </a:p>
        </p:txBody>
      </p:sp>
      <p:sp>
        <p:nvSpPr>
          <p:cNvPr id="14" name="PlaceHolder 3"/>
          <p:cNvSpPr>
            <a:spLocks noGrp="1"/>
          </p:cNvSpPr>
          <p:nvPr>
            <p:ph type="dt" idx="4"/>
          </p:nvPr>
        </p:nvSpPr>
        <p:spPr>
          <a:xfrm>
            <a:off x="1162080" y="6243480"/>
            <a:ext cx="1905120" cy="457200"/>
          </a:xfrm>
          <a:prstGeom prst="rect">
            <a:avLst/>
          </a:prstGeom>
          <a:noFill/>
          <a:ln w="0">
            <a:noFill/>
          </a:ln>
        </p:spPr>
        <p:txBody>
          <a:bodyPr lIns="90000" rIns="90000" tIns="46800" bIns="4680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Tahoma"/>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Tahoma"/>
              </a:rPr>
              <a:t>&lt;date/time&gt;</a:t>
            </a:r>
            <a:endParaRPr b="0" lang="en-IN" sz="1400" strike="noStrike" u="none">
              <a:solidFill>
                <a:srgbClr val="000000"/>
              </a:solidFill>
              <a:effectLst/>
              <a:uFillTx/>
              <a:latin typeface="Times New Roman"/>
            </a:endParaRPr>
          </a:p>
        </p:txBody>
      </p:sp>
      <p:sp>
        <p:nvSpPr>
          <p:cNvPr id="15" name="PlaceHolder 4"/>
          <p:cNvSpPr>
            <a:spLocks noGrp="1"/>
          </p:cNvSpPr>
          <p:nvPr>
            <p:ph type="ftr" idx="5"/>
          </p:nvPr>
        </p:nvSpPr>
        <p:spPr>
          <a:xfrm>
            <a:off x="3657240" y="6243480"/>
            <a:ext cx="2895480" cy="457200"/>
          </a:xfrm>
          <a:prstGeom prst="rect">
            <a:avLst/>
          </a:prstGeom>
          <a:noFill/>
          <a:ln w="0">
            <a:noFill/>
          </a:ln>
        </p:spPr>
        <p:txBody>
          <a:bodyPr lIns="90000" rIns="90000" tIns="46800" bIns="46800" anchor="b">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Tahoma"/>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Tahoma"/>
              </a:rPr>
              <a:t>&lt;footer&gt;</a:t>
            </a:r>
            <a:endParaRPr b="0" lang="en-IN" sz="1400" strike="noStrike" u="none">
              <a:solidFill>
                <a:srgbClr val="000000"/>
              </a:solidFill>
              <a:effectLst/>
              <a:uFillTx/>
              <a:latin typeface="Times New Roman"/>
            </a:endParaRPr>
          </a:p>
        </p:txBody>
      </p:sp>
      <p:sp>
        <p:nvSpPr>
          <p:cNvPr id="16" name="PlaceHolder 5"/>
          <p:cNvSpPr>
            <a:spLocks noGrp="1"/>
          </p:cNvSpPr>
          <p:nvPr>
            <p:ph type="sldNum" idx="6"/>
          </p:nvPr>
        </p:nvSpPr>
        <p:spPr>
          <a:xfrm>
            <a:off x="7041960" y="6243480"/>
            <a:ext cx="1904760" cy="457200"/>
          </a:xfrm>
          <a:prstGeom prst="rect">
            <a:avLst/>
          </a:prstGeom>
          <a:noFill/>
          <a:ln w="0">
            <a:noFill/>
          </a:ln>
        </p:spPr>
        <p:txBody>
          <a:bodyPr lIns="90000" rIns="90000" tIns="46800" bIns="46800" anchor="b">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Tahoma"/>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165D279-FE51-4653-8902-E2956B26F7BE}" type="slidenum">
              <a:rPr b="0" lang="en-US" sz="1400" strike="noStrike" u="none">
                <a:solidFill>
                  <a:srgbClr val="000000"/>
                </a:solidFill>
                <a:effectLst/>
                <a:uFillTx/>
                <a:latin typeface="Tahoma"/>
              </a:rPr>
              <a:t>&lt;number&gt;</a:t>
            </a:fld>
            <a:endParaRPr b="0" lang="en-IN" sz="14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bg>
      <p:bgPr>
        <a:solidFill>
          <a:srgbClr val="ffffff"/>
        </a:solidFill>
      </p:bgPr>
    </p:bg>
    <p:spTree>
      <p:nvGrpSpPr>
        <p:cNvPr id="1" name=""/>
        <p:cNvGrpSpPr/>
        <p:nvPr/>
      </p:nvGrpSpPr>
      <p:grpSpPr>
        <a:xfrm>
          <a:off x="0" y="0"/>
          <a:ext cx="0" cy="0"/>
          <a:chOff x="0" y="0"/>
          <a:chExt cx="0" cy="0"/>
        </a:xfrm>
      </p:grpSpPr>
      <p:sp>
        <p:nvSpPr>
          <p:cNvPr id="0" name=""/>
          <p:cNvSpPr/>
          <p:nvPr/>
        </p:nvSpPr>
        <p:spPr>
          <a:xfrm>
            <a:off x="417600" y="1098720"/>
            <a:ext cx="438120" cy="474480"/>
          </a:xfrm>
          <a:prstGeom prst="rect">
            <a:avLst/>
          </a:prstGeom>
          <a:solidFill>
            <a:srgbClr val="ffcf01"/>
          </a:soli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 name=""/>
          <p:cNvSpPr/>
          <p:nvPr/>
        </p:nvSpPr>
        <p:spPr>
          <a:xfrm>
            <a:off x="800280" y="1098720"/>
            <a:ext cx="328320" cy="474480"/>
          </a:xfrm>
          <a:prstGeom prst="rect">
            <a:avLst/>
          </a:prstGeom>
          <a:gradFill rotWithShape="0">
            <a:gsLst>
              <a:gs pos="0">
                <a:srgbClr val="ffffff"/>
              </a:gs>
              <a:gs pos="100000">
                <a:srgbClr val="ffcf01"/>
              </a:gs>
            </a:gsLst>
            <a:lin ang="10800000"/>
          </a:gra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2" name=""/>
          <p:cNvSpPr/>
          <p:nvPr/>
        </p:nvSpPr>
        <p:spPr>
          <a:xfrm>
            <a:off x="541440" y="1521000"/>
            <a:ext cx="422280" cy="474480"/>
          </a:xfrm>
          <a:prstGeom prst="rect">
            <a:avLst/>
          </a:prstGeom>
          <a:solidFill>
            <a:srgbClr val="3333cc"/>
          </a:soli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3" name=""/>
          <p:cNvSpPr/>
          <p:nvPr/>
        </p:nvSpPr>
        <p:spPr>
          <a:xfrm>
            <a:off x="911160" y="1521000"/>
            <a:ext cx="368280" cy="474480"/>
          </a:xfrm>
          <a:prstGeom prst="rect">
            <a:avLst/>
          </a:prstGeom>
          <a:gradFill rotWithShape="0">
            <a:gsLst>
              <a:gs pos="0">
                <a:srgbClr val="ffffff"/>
              </a:gs>
              <a:gs pos="100000">
                <a:srgbClr val="3333cc"/>
              </a:gs>
            </a:gsLst>
            <a:lin ang="10800000"/>
          </a:gra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4" name=""/>
          <p:cNvSpPr/>
          <p:nvPr/>
        </p:nvSpPr>
        <p:spPr>
          <a:xfrm>
            <a:off x="127080" y="1447920"/>
            <a:ext cx="560160" cy="422280"/>
          </a:xfrm>
          <a:prstGeom prst="rect">
            <a:avLst/>
          </a:prstGeom>
          <a:gradFill rotWithShape="0">
            <a:gsLst>
              <a:gs pos="0">
                <a:srgbClr val="ff0000"/>
              </a:gs>
              <a:gs pos="100000">
                <a:srgbClr val="ffffff"/>
              </a:gs>
            </a:gsLst>
            <a:lin ang="8100000"/>
          </a:gra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5" name=""/>
          <p:cNvSpPr/>
          <p:nvPr/>
        </p:nvSpPr>
        <p:spPr>
          <a:xfrm>
            <a:off x="762120" y="990720"/>
            <a:ext cx="31680" cy="1052280"/>
          </a:xfrm>
          <a:prstGeom prst="rect">
            <a:avLst/>
          </a:prstGeom>
          <a:solidFill>
            <a:srgbClr val="1c1c1c"/>
          </a:soli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6" name=""/>
          <p:cNvSpPr/>
          <p:nvPr/>
        </p:nvSpPr>
        <p:spPr>
          <a:xfrm>
            <a:off x="442800" y="1781280"/>
            <a:ext cx="8226360" cy="31680"/>
          </a:xfrm>
          <a:prstGeom prst="rect">
            <a:avLst/>
          </a:prstGeom>
          <a:gradFill rotWithShape="0">
            <a:gsLst>
              <a:gs pos="0">
                <a:srgbClr val="ffffff"/>
              </a:gs>
              <a:gs pos="100000">
                <a:srgbClr val="1c1c1c"/>
              </a:gs>
            </a:gsLst>
            <a:lin ang="10800000"/>
          </a:gradFill>
          <a:ln w="0">
            <a:noFill/>
          </a:ln>
        </p:spPr>
        <p:style>
          <a:lnRef idx="0"/>
          <a:fillRef idx="0"/>
          <a:effectRef idx="0"/>
          <a:fontRef idx="minor"/>
        </p:style>
        <p:txBody>
          <a:bodyPr wrap="none" lIns="90000" rIns="90000" tIns="-15120" bIns="-1512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7" name="PlaceHolder 1"/>
          <p:cNvSpPr>
            <a:spLocks noGrp="1"/>
          </p:cNvSpPr>
          <p:nvPr>
            <p:ph type="title"/>
          </p:nvPr>
        </p:nvSpPr>
        <p:spPr>
          <a:xfrm>
            <a:off x="1150560" y="214200"/>
            <a:ext cx="7792920" cy="146232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333399"/>
                </a:solidFill>
                <a:effectLst/>
                <a:uFillTx/>
                <a:latin typeface="Tahoma"/>
              </a:rPr>
              <a:t>Click to edit the title text format</a:t>
            </a:r>
            <a:endParaRPr b="0" lang="en-IN" sz="4400" strike="noStrike" u="none">
              <a:solidFill>
                <a:srgbClr val="333399"/>
              </a:solidFill>
              <a:effectLst/>
              <a:uFillTx/>
              <a:latin typeface="Tahoma"/>
            </a:endParaRPr>
          </a:p>
        </p:txBody>
      </p:sp>
      <p:sp>
        <p:nvSpPr>
          <p:cNvPr id="18" name="PlaceHolder 2"/>
          <p:cNvSpPr>
            <a:spLocks noGrp="1"/>
          </p:cNvSpPr>
          <p:nvPr>
            <p:ph type="body"/>
          </p:nvPr>
        </p:nvSpPr>
        <p:spPr>
          <a:xfrm>
            <a:off x="1182600" y="2017800"/>
            <a:ext cx="7772400" cy="4114800"/>
          </a:xfrm>
          <a:prstGeom prst="rect">
            <a:avLst/>
          </a:prstGeom>
          <a:noFill/>
          <a:ln w="0">
            <a:noFill/>
          </a:ln>
        </p:spPr>
        <p:txBody>
          <a:bodyPr lIns="90000" rIns="90000" tIns="46800" bIns="46800" anchor="t">
            <a:normAutofit lnSpcReduction="9999"/>
          </a:bodyPr>
          <a:p>
            <a:pPr marL="343080" indent="-343080">
              <a:spcBef>
                <a:spcPts val="799"/>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Click to edit the outline text format</a:t>
            </a:r>
            <a:endParaRPr b="0" lang="en-IN" sz="3200" strike="noStrike" u="none">
              <a:solidFill>
                <a:srgbClr val="000000"/>
              </a:solidFill>
              <a:effectLst/>
              <a:uFillTx/>
              <a:latin typeface="Tahoma"/>
            </a:endParaRPr>
          </a:p>
          <a:p>
            <a:pPr lvl="1" marL="743040" indent="-285840">
              <a:spcBef>
                <a:spcPts val="799"/>
              </a:spcBef>
              <a:buClr>
                <a:srgbClr val="ff0000"/>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Second Outline Level</a:t>
            </a:r>
            <a:endParaRPr b="0" lang="en-IN" sz="3200" strike="noStrike" u="none">
              <a:solidFill>
                <a:srgbClr val="000000"/>
              </a:solidFill>
              <a:effectLst/>
              <a:uFillTx/>
              <a:latin typeface="Tahoma"/>
            </a:endParaRPr>
          </a:p>
          <a:p>
            <a:pPr lvl="2" marL="1143000" indent="-228600">
              <a:spcBef>
                <a:spcPts val="799"/>
              </a:spcBef>
              <a:buClr>
                <a:srgbClr val="3333cc"/>
              </a:buClr>
              <a:buSzPct val="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Third Outline Level</a:t>
            </a:r>
            <a:endParaRPr b="0" lang="en-IN" sz="3200" strike="noStrike" u="none">
              <a:solidFill>
                <a:srgbClr val="000000"/>
              </a:solidFill>
              <a:effectLst/>
              <a:uFillTx/>
              <a:latin typeface="Tahoma"/>
            </a:endParaRPr>
          </a:p>
          <a:p>
            <a:pPr lvl="3" marL="1600200" indent="-228600">
              <a:spcBef>
                <a:spcPts val="799"/>
              </a:spcBef>
              <a:buClr>
                <a:srgbClr val="ffcf01"/>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Fourth Outline Level</a:t>
            </a:r>
            <a:endParaRPr b="0" lang="en-IN" sz="3200" strike="noStrike" u="none">
              <a:solidFill>
                <a:srgbClr val="000000"/>
              </a:solidFill>
              <a:effectLst/>
              <a:uFillTx/>
              <a:latin typeface="Tahoma"/>
            </a:endParaRPr>
          </a:p>
          <a:p>
            <a:pPr lvl="4" marL="2057400" indent="-228600">
              <a:spcBef>
                <a:spcPts val="799"/>
              </a:spcBef>
              <a:buClr>
                <a:srgbClr val="00e4a8"/>
              </a:buClr>
              <a:buSzPct val="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Fifth Outline Level</a:t>
            </a:r>
            <a:endParaRPr b="0" lang="en-IN" sz="3200" strike="noStrike" u="none">
              <a:solidFill>
                <a:srgbClr val="000000"/>
              </a:solidFill>
              <a:effectLst/>
              <a:uFillTx/>
              <a:latin typeface="Tahoma"/>
            </a:endParaRPr>
          </a:p>
          <a:p>
            <a:pPr lvl="5" marL="2057400" indent="-228600">
              <a:spcBef>
                <a:spcPts val="799"/>
              </a:spcBef>
              <a:buClr>
                <a:srgbClr val="000000"/>
              </a:buClr>
              <a:buSzPct val="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Sixth Outline Level</a:t>
            </a:r>
            <a:endParaRPr b="0" lang="en-IN" sz="3200" strike="noStrike" u="none">
              <a:solidFill>
                <a:srgbClr val="000000"/>
              </a:solidFill>
              <a:effectLst/>
              <a:uFillTx/>
              <a:latin typeface="Tahoma"/>
            </a:endParaRPr>
          </a:p>
          <a:p>
            <a:pPr lvl="6" marL="2057400" indent="-228600">
              <a:spcBef>
                <a:spcPts val="799"/>
              </a:spcBef>
              <a:buClr>
                <a:srgbClr val="000000"/>
              </a:buClr>
              <a:buSzPct val="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Seventh Outline Level</a:t>
            </a:r>
            <a:endParaRPr b="0" lang="en-IN" sz="3200" strike="noStrike" u="none">
              <a:solidFill>
                <a:srgbClr val="000000"/>
              </a:solidFill>
              <a:effectLst/>
              <a:uFillTx/>
              <a:latin typeface="Tahoma"/>
            </a:endParaRPr>
          </a:p>
        </p:txBody>
      </p:sp>
      <p:sp>
        <p:nvSpPr>
          <p:cNvPr id="19" name="PlaceHolder 3"/>
          <p:cNvSpPr>
            <a:spLocks noGrp="1"/>
          </p:cNvSpPr>
          <p:nvPr>
            <p:ph type="dt" idx="7"/>
          </p:nvPr>
        </p:nvSpPr>
        <p:spPr>
          <a:xfrm>
            <a:off x="1162080" y="6243480"/>
            <a:ext cx="1905120" cy="457200"/>
          </a:xfrm>
          <a:prstGeom prst="rect">
            <a:avLst/>
          </a:prstGeom>
          <a:noFill/>
          <a:ln w="0">
            <a:noFill/>
          </a:ln>
        </p:spPr>
        <p:txBody>
          <a:bodyPr lIns="90000" rIns="90000" tIns="46800" bIns="4680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Tahoma"/>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Tahoma"/>
              </a:rPr>
              <a:t>&lt;date/time&gt;</a:t>
            </a:r>
            <a:endParaRPr b="0" lang="en-IN" sz="1400" strike="noStrike" u="none">
              <a:solidFill>
                <a:srgbClr val="000000"/>
              </a:solidFill>
              <a:effectLst/>
              <a:uFillTx/>
              <a:latin typeface="Times New Roman"/>
            </a:endParaRPr>
          </a:p>
        </p:txBody>
      </p:sp>
      <p:sp>
        <p:nvSpPr>
          <p:cNvPr id="20" name="PlaceHolder 4"/>
          <p:cNvSpPr>
            <a:spLocks noGrp="1"/>
          </p:cNvSpPr>
          <p:nvPr>
            <p:ph type="ftr" idx="8"/>
          </p:nvPr>
        </p:nvSpPr>
        <p:spPr>
          <a:xfrm>
            <a:off x="3657240" y="6243480"/>
            <a:ext cx="2895480" cy="457200"/>
          </a:xfrm>
          <a:prstGeom prst="rect">
            <a:avLst/>
          </a:prstGeom>
          <a:noFill/>
          <a:ln w="0">
            <a:noFill/>
          </a:ln>
        </p:spPr>
        <p:txBody>
          <a:bodyPr lIns="90000" rIns="90000" tIns="46800" bIns="46800" anchor="b">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Tahoma"/>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Tahoma"/>
              </a:rPr>
              <a:t>&lt;footer&gt;</a:t>
            </a:r>
            <a:endParaRPr b="0" lang="en-IN" sz="1400" strike="noStrike" u="none">
              <a:solidFill>
                <a:srgbClr val="000000"/>
              </a:solidFill>
              <a:effectLst/>
              <a:uFillTx/>
              <a:latin typeface="Times New Roman"/>
            </a:endParaRPr>
          </a:p>
        </p:txBody>
      </p:sp>
      <p:sp>
        <p:nvSpPr>
          <p:cNvPr id="21" name="PlaceHolder 5"/>
          <p:cNvSpPr>
            <a:spLocks noGrp="1"/>
          </p:cNvSpPr>
          <p:nvPr>
            <p:ph type="sldNum" idx="9"/>
          </p:nvPr>
        </p:nvSpPr>
        <p:spPr>
          <a:xfrm>
            <a:off x="7041960" y="6243480"/>
            <a:ext cx="1904760" cy="457200"/>
          </a:xfrm>
          <a:prstGeom prst="rect">
            <a:avLst/>
          </a:prstGeom>
          <a:noFill/>
          <a:ln w="0">
            <a:noFill/>
          </a:ln>
        </p:spPr>
        <p:txBody>
          <a:bodyPr lIns="90000" rIns="90000" tIns="46800" bIns="46800" anchor="b">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Tahoma"/>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F447BFF-5FCF-49B6-9E0B-204CA4BA7263}" type="slidenum">
              <a:rPr b="0" lang="en-US" sz="1400" strike="noStrike" u="none">
                <a:solidFill>
                  <a:srgbClr val="000000"/>
                </a:solidFill>
                <a:effectLst/>
                <a:uFillTx/>
                <a:latin typeface="Tahoma"/>
              </a:rPr>
              <a:t>&lt;number&gt;</a:t>
            </a:fld>
            <a:endParaRPr b="0" lang="en-IN" sz="1400"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Obj" preserve="1">
  <p:cSld name="Default">
    <p:bg>
      <p:bgPr>
        <a:solidFill>
          <a:srgbClr val="ffffff"/>
        </a:solidFill>
      </p:bgPr>
    </p:bg>
    <p:spTree>
      <p:nvGrpSpPr>
        <p:cNvPr id="1" name=""/>
        <p:cNvGrpSpPr/>
        <p:nvPr/>
      </p:nvGrpSpPr>
      <p:grpSpPr>
        <a:xfrm>
          <a:off x="0" y="0"/>
          <a:ext cx="0" cy="0"/>
          <a:chOff x="0" y="0"/>
          <a:chExt cx="0" cy="0"/>
        </a:xfrm>
      </p:grpSpPr>
      <p:sp>
        <p:nvSpPr>
          <p:cNvPr id="0" name=""/>
          <p:cNvSpPr/>
          <p:nvPr/>
        </p:nvSpPr>
        <p:spPr>
          <a:xfrm>
            <a:off x="417600" y="1098720"/>
            <a:ext cx="438120" cy="474480"/>
          </a:xfrm>
          <a:prstGeom prst="rect">
            <a:avLst/>
          </a:prstGeom>
          <a:solidFill>
            <a:srgbClr val="ffcf01"/>
          </a:soli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 name=""/>
          <p:cNvSpPr/>
          <p:nvPr/>
        </p:nvSpPr>
        <p:spPr>
          <a:xfrm>
            <a:off x="800280" y="1098720"/>
            <a:ext cx="328320" cy="474480"/>
          </a:xfrm>
          <a:prstGeom prst="rect">
            <a:avLst/>
          </a:prstGeom>
          <a:gradFill rotWithShape="0">
            <a:gsLst>
              <a:gs pos="0">
                <a:srgbClr val="ffffff"/>
              </a:gs>
              <a:gs pos="100000">
                <a:srgbClr val="ffcf01"/>
              </a:gs>
            </a:gsLst>
            <a:lin ang="10800000"/>
          </a:gra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2" name=""/>
          <p:cNvSpPr/>
          <p:nvPr/>
        </p:nvSpPr>
        <p:spPr>
          <a:xfrm>
            <a:off x="541440" y="1521000"/>
            <a:ext cx="422280" cy="474480"/>
          </a:xfrm>
          <a:prstGeom prst="rect">
            <a:avLst/>
          </a:prstGeom>
          <a:solidFill>
            <a:srgbClr val="3333cc"/>
          </a:soli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3" name=""/>
          <p:cNvSpPr/>
          <p:nvPr/>
        </p:nvSpPr>
        <p:spPr>
          <a:xfrm>
            <a:off x="911160" y="1521000"/>
            <a:ext cx="368280" cy="474480"/>
          </a:xfrm>
          <a:prstGeom prst="rect">
            <a:avLst/>
          </a:prstGeom>
          <a:gradFill rotWithShape="0">
            <a:gsLst>
              <a:gs pos="0">
                <a:srgbClr val="ffffff"/>
              </a:gs>
              <a:gs pos="100000">
                <a:srgbClr val="3333cc"/>
              </a:gs>
            </a:gsLst>
            <a:lin ang="10800000"/>
          </a:gra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4" name=""/>
          <p:cNvSpPr/>
          <p:nvPr/>
        </p:nvSpPr>
        <p:spPr>
          <a:xfrm>
            <a:off x="127080" y="1447920"/>
            <a:ext cx="560160" cy="422280"/>
          </a:xfrm>
          <a:prstGeom prst="rect">
            <a:avLst/>
          </a:prstGeom>
          <a:gradFill rotWithShape="0">
            <a:gsLst>
              <a:gs pos="0">
                <a:srgbClr val="ff0000"/>
              </a:gs>
              <a:gs pos="100000">
                <a:srgbClr val="ffffff"/>
              </a:gs>
            </a:gsLst>
            <a:lin ang="8100000"/>
          </a:gra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5" name=""/>
          <p:cNvSpPr/>
          <p:nvPr/>
        </p:nvSpPr>
        <p:spPr>
          <a:xfrm>
            <a:off x="762120" y="990720"/>
            <a:ext cx="31680" cy="1052280"/>
          </a:xfrm>
          <a:prstGeom prst="rect">
            <a:avLst/>
          </a:prstGeom>
          <a:solidFill>
            <a:srgbClr val="1c1c1c"/>
          </a:soli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6" name=""/>
          <p:cNvSpPr/>
          <p:nvPr/>
        </p:nvSpPr>
        <p:spPr>
          <a:xfrm>
            <a:off x="442800" y="1781280"/>
            <a:ext cx="8226360" cy="31680"/>
          </a:xfrm>
          <a:prstGeom prst="rect">
            <a:avLst/>
          </a:prstGeom>
          <a:gradFill rotWithShape="0">
            <a:gsLst>
              <a:gs pos="0">
                <a:srgbClr val="ffffff"/>
              </a:gs>
              <a:gs pos="100000">
                <a:srgbClr val="1c1c1c"/>
              </a:gs>
            </a:gsLst>
            <a:lin ang="10800000"/>
          </a:gradFill>
          <a:ln w="0">
            <a:noFill/>
          </a:ln>
        </p:spPr>
        <p:style>
          <a:lnRef idx="0"/>
          <a:fillRef idx="0"/>
          <a:effectRef idx="0"/>
          <a:fontRef idx="minor"/>
        </p:style>
        <p:txBody>
          <a:bodyPr wrap="none" lIns="90000" rIns="90000" tIns="-15120" bIns="-1512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22" name="PlaceHolder 1"/>
          <p:cNvSpPr>
            <a:spLocks noGrp="1"/>
          </p:cNvSpPr>
          <p:nvPr>
            <p:ph type="title"/>
          </p:nvPr>
        </p:nvSpPr>
        <p:spPr>
          <a:xfrm>
            <a:off x="1150560" y="214200"/>
            <a:ext cx="7792920" cy="146232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333399"/>
                </a:solidFill>
                <a:effectLst/>
                <a:uFillTx/>
                <a:latin typeface="Tahoma"/>
              </a:rPr>
              <a:t>Click to edit the title text format</a:t>
            </a:r>
            <a:endParaRPr b="0" lang="en-IN" sz="4400" strike="noStrike" u="none">
              <a:solidFill>
                <a:srgbClr val="333399"/>
              </a:solidFill>
              <a:effectLst/>
              <a:uFillTx/>
              <a:latin typeface="Tahoma"/>
            </a:endParaRPr>
          </a:p>
        </p:txBody>
      </p:sp>
      <p:sp>
        <p:nvSpPr>
          <p:cNvPr id="23" name="PlaceHolder 2"/>
          <p:cNvSpPr>
            <a:spLocks noGrp="1"/>
          </p:cNvSpPr>
          <p:nvPr>
            <p:ph type="body"/>
          </p:nvPr>
        </p:nvSpPr>
        <p:spPr>
          <a:xfrm>
            <a:off x="1182600" y="2017800"/>
            <a:ext cx="7772400" cy="4114800"/>
          </a:xfrm>
          <a:prstGeom prst="rect">
            <a:avLst/>
          </a:prstGeom>
          <a:noFill/>
          <a:ln w="0">
            <a:noFill/>
          </a:ln>
        </p:spPr>
        <p:txBody>
          <a:bodyPr lIns="90000" rIns="90000" tIns="46800" bIns="46800" anchor="t">
            <a:normAutofit lnSpcReduction="9999"/>
          </a:bodyPr>
          <a:p>
            <a:pPr marL="343080" indent="-343080">
              <a:spcBef>
                <a:spcPts val="799"/>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Click to edit the outline text format</a:t>
            </a:r>
            <a:endParaRPr b="0" lang="en-IN" sz="3200" strike="noStrike" u="none">
              <a:solidFill>
                <a:srgbClr val="000000"/>
              </a:solidFill>
              <a:effectLst/>
              <a:uFillTx/>
              <a:latin typeface="Tahoma"/>
            </a:endParaRPr>
          </a:p>
          <a:p>
            <a:pPr lvl="1" marL="743040" indent="-285840">
              <a:spcBef>
                <a:spcPts val="799"/>
              </a:spcBef>
              <a:buClr>
                <a:srgbClr val="ff0000"/>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Second Outline Level</a:t>
            </a:r>
            <a:endParaRPr b="0" lang="en-IN" sz="3200" strike="noStrike" u="none">
              <a:solidFill>
                <a:srgbClr val="000000"/>
              </a:solidFill>
              <a:effectLst/>
              <a:uFillTx/>
              <a:latin typeface="Tahoma"/>
            </a:endParaRPr>
          </a:p>
          <a:p>
            <a:pPr lvl="2" marL="1143000" indent="-228600">
              <a:spcBef>
                <a:spcPts val="799"/>
              </a:spcBef>
              <a:buClr>
                <a:srgbClr val="3333cc"/>
              </a:buClr>
              <a:buSzPct val="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Third Outline Level</a:t>
            </a:r>
            <a:endParaRPr b="0" lang="en-IN" sz="3200" strike="noStrike" u="none">
              <a:solidFill>
                <a:srgbClr val="000000"/>
              </a:solidFill>
              <a:effectLst/>
              <a:uFillTx/>
              <a:latin typeface="Tahoma"/>
            </a:endParaRPr>
          </a:p>
          <a:p>
            <a:pPr lvl="3" marL="1600200" indent="-228600">
              <a:spcBef>
                <a:spcPts val="799"/>
              </a:spcBef>
              <a:buClr>
                <a:srgbClr val="ffcf01"/>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Fourth Outline Level</a:t>
            </a:r>
            <a:endParaRPr b="0" lang="en-IN" sz="3200" strike="noStrike" u="none">
              <a:solidFill>
                <a:srgbClr val="000000"/>
              </a:solidFill>
              <a:effectLst/>
              <a:uFillTx/>
              <a:latin typeface="Tahoma"/>
            </a:endParaRPr>
          </a:p>
          <a:p>
            <a:pPr lvl="4" marL="2057400" indent="-228600">
              <a:spcBef>
                <a:spcPts val="799"/>
              </a:spcBef>
              <a:buClr>
                <a:srgbClr val="00e4a8"/>
              </a:buClr>
              <a:buSzPct val="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Fifth Outline Level</a:t>
            </a:r>
            <a:endParaRPr b="0" lang="en-IN" sz="3200" strike="noStrike" u="none">
              <a:solidFill>
                <a:srgbClr val="000000"/>
              </a:solidFill>
              <a:effectLst/>
              <a:uFillTx/>
              <a:latin typeface="Tahoma"/>
            </a:endParaRPr>
          </a:p>
          <a:p>
            <a:pPr lvl="5" marL="2057400" indent="-228600">
              <a:spcBef>
                <a:spcPts val="799"/>
              </a:spcBef>
              <a:buClr>
                <a:srgbClr val="000000"/>
              </a:buClr>
              <a:buSzPct val="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Sixth Outline Level</a:t>
            </a:r>
            <a:endParaRPr b="0" lang="en-IN" sz="3200" strike="noStrike" u="none">
              <a:solidFill>
                <a:srgbClr val="000000"/>
              </a:solidFill>
              <a:effectLst/>
              <a:uFillTx/>
              <a:latin typeface="Tahoma"/>
            </a:endParaRPr>
          </a:p>
          <a:p>
            <a:pPr lvl="6" marL="2057400" indent="-228600">
              <a:spcBef>
                <a:spcPts val="799"/>
              </a:spcBef>
              <a:buClr>
                <a:srgbClr val="000000"/>
              </a:buClr>
              <a:buSzPct val="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Seventh Outline Level</a:t>
            </a:r>
            <a:endParaRPr b="0" lang="en-IN" sz="3200" strike="noStrike" u="none">
              <a:solidFill>
                <a:srgbClr val="000000"/>
              </a:solidFill>
              <a:effectLst/>
              <a:uFillTx/>
              <a:latin typeface="Tahoma"/>
            </a:endParaRPr>
          </a:p>
        </p:txBody>
      </p:sp>
      <p:sp>
        <p:nvSpPr>
          <p:cNvPr id="24" name="PlaceHolder 3"/>
          <p:cNvSpPr>
            <a:spLocks noGrp="1"/>
          </p:cNvSpPr>
          <p:nvPr>
            <p:ph type="dt" idx="10"/>
          </p:nvPr>
        </p:nvSpPr>
        <p:spPr>
          <a:xfrm>
            <a:off x="1162080" y="6243480"/>
            <a:ext cx="1905120" cy="457200"/>
          </a:xfrm>
          <a:prstGeom prst="rect">
            <a:avLst/>
          </a:prstGeom>
          <a:noFill/>
          <a:ln w="0">
            <a:noFill/>
          </a:ln>
        </p:spPr>
        <p:txBody>
          <a:bodyPr lIns="90000" rIns="90000" tIns="46800" bIns="4680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Tahoma"/>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Tahoma"/>
              </a:rPr>
              <a:t>&lt;date/time&gt;</a:t>
            </a:r>
            <a:endParaRPr b="0" lang="en-IN" sz="1400" strike="noStrike" u="none">
              <a:solidFill>
                <a:srgbClr val="000000"/>
              </a:solidFill>
              <a:effectLst/>
              <a:uFillTx/>
              <a:latin typeface="Times New Roman"/>
            </a:endParaRPr>
          </a:p>
        </p:txBody>
      </p:sp>
      <p:sp>
        <p:nvSpPr>
          <p:cNvPr id="25" name="PlaceHolder 4"/>
          <p:cNvSpPr>
            <a:spLocks noGrp="1"/>
          </p:cNvSpPr>
          <p:nvPr>
            <p:ph type="ftr" idx="11"/>
          </p:nvPr>
        </p:nvSpPr>
        <p:spPr>
          <a:xfrm>
            <a:off x="3657240" y="6243480"/>
            <a:ext cx="2895480" cy="457200"/>
          </a:xfrm>
          <a:prstGeom prst="rect">
            <a:avLst/>
          </a:prstGeom>
          <a:noFill/>
          <a:ln w="0">
            <a:noFill/>
          </a:ln>
        </p:spPr>
        <p:txBody>
          <a:bodyPr lIns="90000" rIns="90000" tIns="46800" bIns="46800" anchor="b">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Tahoma"/>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Tahoma"/>
              </a:rPr>
              <a:t>&lt;footer&gt;</a:t>
            </a:r>
            <a:endParaRPr b="0" lang="en-IN" sz="1400" strike="noStrike" u="none">
              <a:solidFill>
                <a:srgbClr val="000000"/>
              </a:solidFill>
              <a:effectLst/>
              <a:uFillTx/>
              <a:latin typeface="Times New Roman"/>
            </a:endParaRPr>
          </a:p>
        </p:txBody>
      </p:sp>
      <p:sp>
        <p:nvSpPr>
          <p:cNvPr id="26" name="PlaceHolder 5"/>
          <p:cNvSpPr>
            <a:spLocks noGrp="1"/>
          </p:cNvSpPr>
          <p:nvPr>
            <p:ph type="sldNum" idx="12"/>
          </p:nvPr>
        </p:nvSpPr>
        <p:spPr>
          <a:xfrm>
            <a:off x="7041960" y="6243480"/>
            <a:ext cx="1904760" cy="457200"/>
          </a:xfrm>
          <a:prstGeom prst="rect">
            <a:avLst/>
          </a:prstGeom>
          <a:noFill/>
          <a:ln w="0">
            <a:noFill/>
          </a:ln>
        </p:spPr>
        <p:txBody>
          <a:bodyPr lIns="90000" rIns="90000" tIns="46800" bIns="46800" anchor="b">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Tahoma"/>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502F5C1-802E-4C8F-BC1B-78B1ECCD4D5A}" type="slidenum">
              <a:rPr b="0" lang="en-US" sz="1400" strike="noStrike" u="none">
                <a:solidFill>
                  <a:srgbClr val="000000"/>
                </a:solidFill>
                <a:effectLst/>
                <a:uFillTx/>
                <a:latin typeface="Tahoma"/>
              </a:rPr>
              <a:t>&lt;number&gt;</a:t>
            </a:fld>
            <a:endParaRPr b="0" lang="en-IN" sz="140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1">
    <p:bg>
      <p:bgPr>
        <a:solidFill>
          <a:srgbClr val="ffffff"/>
        </a:solidFill>
      </p:bgPr>
    </p:bg>
    <p:spTree>
      <p:nvGrpSpPr>
        <p:cNvPr id="1" name=""/>
        <p:cNvGrpSpPr/>
        <p:nvPr/>
      </p:nvGrpSpPr>
      <p:grpSpPr>
        <a:xfrm>
          <a:off x="0" y="0"/>
          <a:ext cx="0" cy="0"/>
          <a:chOff x="0" y="0"/>
          <a:chExt cx="0" cy="0"/>
        </a:xfrm>
      </p:grpSpPr>
      <p:grpSp>
        <p:nvGrpSpPr>
          <p:cNvPr id="27" name=""/>
          <p:cNvGrpSpPr/>
          <p:nvPr/>
        </p:nvGrpSpPr>
        <p:grpSpPr>
          <a:xfrm>
            <a:off x="0" y="2438280"/>
            <a:ext cx="9009000" cy="1052640"/>
            <a:chOff x="0" y="2438280"/>
            <a:chExt cx="9009000" cy="1052640"/>
          </a:xfrm>
        </p:grpSpPr>
        <p:grpSp>
          <p:nvGrpSpPr>
            <p:cNvPr id="28" name=""/>
            <p:cNvGrpSpPr/>
            <p:nvPr/>
          </p:nvGrpSpPr>
          <p:grpSpPr>
            <a:xfrm>
              <a:off x="290520" y="2546280"/>
              <a:ext cx="711360" cy="474840"/>
              <a:chOff x="290520" y="2546280"/>
              <a:chExt cx="711360" cy="474840"/>
            </a:xfrm>
          </p:grpSpPr>
          <p:sp>
            <p:nvSpPr>
              <p:cNvPr id="29" name=""/>
              <p:cNvSpPr/>
              <p:nvPr/>
            </p:nvSpPr>
            <p:spPr>
              <a:xfrm>
                <a:off x="290520" y="2546280"/>
                <a:ext cx="437400" cy="474840"/>
              </a:xfrm>
              <a:prstGeom prst="rect">
                <a:avLst/>
              </a:prstGeom>
              <a:solidFill>
                <a:srgbClr val="3333cc"/>
              </a:solidFill>
              <a:ln w="0">
                <a:noFill/>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30" name=""/>
              <p:cNvSpPr/>
              <p:nvPr/>
            </p:nvSpPr>
            <p:spPr>
              <a:xfrm>
                <a:off x="673560" y="2546280"/>
                <a:ext cx="328320" cy="474840"/>
              </a:xfrm>
              <a:prstGeom prst="rect">
                <a:avLst/>
              </a:prstGeom>
              <a:gradFill rotWithShape="0">
                <a:gsLst>
                  <a:gs pos="0">
                    <a:srgbClr val="ffffff"/>
                  </a:gs>
                  <a:gs pos="100000">
                    <a:srgbClr val="3333cc"/>
                  </a:gs>
                </a:gsLst>
                <a:lin ang="10800000"/>
              </a:gradFill>
              <a:ln w="0">
                <a:noFill/>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grpSp>
        <p:grpSp>
          <p:nvGrpSpPr>
            <p:cNvPr id="31" name=""/>
            <p:cNvGrpSpPr/>
            <p:nvPr/>
          </p:nvGrpSpPr>
          <p:grpSpPr>
            <a:xfrm>
              <a:off x="414360" y="2968560"/>
              <a:ext cx="737640" cy="474840"/>
              <a:chOff x="414360" y="2968560"/>
              <a:chExt cx="737640" cy="474840"/>
            </a:xfrm>
          </p:grpSpPr>
          <p:sp>
            <p:nvSpPr>
              <p:cNvPr id="32" name=""/>
              <p:cNvSpPr/>
              <p:nvPr/>
            </p:nvSpPr>
            <p:spPr>
              <a:xfrm>
                <a:off x="414360" y="2968560"/>
                <a:ext cx="421560" cy="474840"/>
              </a:xfrm>
              <a:prstGeom prst="rect">
                <a:avLst/>
              </a:prstGeom>
              <a:solidFill>
                <a:srgbClr val="ffcf01"/>
              </a:solidFill>
              <a:ln w="0">
                <a:noFill/>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33" name=""/>
              <p:cNvSpPr/>
              <p:nvPr/>
            </p:nvSpPr>
            <p:spPr>
              <a:xfrm>
                <a:off x="783000" y="2968560"/>
                <a:ext cx="369000" cy="474840"/>
              </a:xfrm>
              <a:prstGeom prst="rect">
                <a:avLst/>
              </a:prstGeom>
              <a:gradFill rotWithShape="0">
                <a:gsLst>
                  <a:gs pos="0">
                    <a:srgbClr val="ffffff"/>
                  </a:gs>
                  <a:gs pos="100000">
                    <a:srgbClr val="ffcf01"/>
                  </a:gs>
                </a:gsLst>
                <a:lin ang="10800000"/>
              </a:gradFill>
              <a:ln w="0">
                <a:noFill/>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grpSp>
        <p:sp>
          <p:nvSpPr>
            <p:cNvPr id="34" name=""/>
            <p:cNvSpPr/>
            <p:nvPr/>
          </p:nvSpPr>
          <p:spPr>
            <a:xfrm>
              <a:off x="0" y="2895480"/>
              <a:ext cx="560520" cy="422280"/>
            </a:xfrm>
            <a:prstGeom prst="rect">
              <a:avLst/>
            </a:prstGeom>
            <a:gradFill rotWithShape="0">
              <a:gsLst>
                <a:gs pos="0">
                  <a:srgbClr val="ff0000"/>
                </a:gs>
                <a:gs pos="100000">
                  <a:srgbClr val="ffffff"/>
                </a:gs>
              </a:gsLst>
              <a:lin ang="8100000"/>
            </a:gradFill>
            <a:ln w="0">
              <a:noFill/>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35" name=""/>
            <p:cNvSpPr/>
            <p:nvPr/>
          </p:nvSpPr>
          <p:spPr>
            <a:xfrm>
              <a:off x="635040" y="2438280"/>
              <a:ext cx="31680" cy="1052640"/>
            </a:xfrm>
            <a:prstGeom prst="rect">
              <a:avLst/>
            </a:prstGeom>
            <a:solidFill>
              <a:srgbClr val="1c1c1c"/>
            </a:solidFill>
            <a:ln w="0">
              <a:noFill/>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36" name=""/>
            <p:cNvSpPr/>
            <p:nvPr/>
          </p:nvSpPr>
          <p:spPr>
            <a:xfrm flipV="1">
              <a:off x="316080" y="3260520"/>
              <a:ext cx="8692920" cy="55440"/>
            </a:xfrm>
            <a:prstGeom prst="rect">
              <a:avLst/>
            </a:prstGeom>
            <a:gradFill rotWithShape="0">
              <a:gsLst>
                <a:gs pos="0">
                  <a:srgbClr val="ffffff"/>
                </a:gs>
                <a:gs pos="100000">
                  <a:srgbClr val="1c1c1c"/>
                </a:gs>
              </a:gsLst>
              <a:lin ang="10800000"/>
            </a:gradFill>
            <a:ln w="0">
              <a:noFill/>
            </a:ln>
          </p:spPr>
          <p:style>
            <a:lnRef idx="0"/>
            <a:fillRef idx="0"/>
            <a:effectRef idx="0"/>
            <a:fontRef idx="minor"/>
          </p:style>
          <p:txBody>
            <a:bodyPr wrap="none" lIns="90000" rIns="90000" tIns="8640" bIns="8640" anchor="ctr">
              <a:noAutofit/>
            </a:bodyPr>
            <a:p>
              <a:endParaRPr b="0" lang="en-IN" sz="1800" strike="noStrike" u="none">
                <a:solidFill>
                  <a:srgbClr val="000000"/>
                </a:solidFill>
                <a:effectLst/>
                <a:uFillTx/>
                <a:latin typeface="Arial"/>
              </a:endParaRPr>
            </a:p>
          </p:txBody>
        </p:sp>
      </p:grpSp>
      <p:sp>
        <p:nvSpPr>
          <p:cNvPr id="37" name="PlaceHolder 1"/>
          <p:cNvSpPr>
            <a:spLocks noGrp="1"/>
          </p:cNvSpPr>
          <p:nvPr>
            <p:ph type="title"/>
          </p:nvPr>
        </p:nvSpPr>
        <p:spPr>
          <a:xfrm>
            <a:off x="990720" y="1676160"/>
            <a:ext cx="7772400" cy="146196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333399"/>
                </a:solidFill>
                <a:effectLst/>
                <a:uFillTx/>
                <a:latin typeface="Tahoma"/>
              </a:rPr>
              <a:t>Click to edit the title text format</a:t>
            </a:r>
            <a:endParaRPr b="0" lang="en-IN" sz="4400" strike="noStrike" u="none">
              <a:solidFill>
                <a:srgbClr val="333399"/>
              </a:solidFill>
              <a:effectLst/>
              <a:uFillTx/>
              <a:latin typeface="Tahoma"/>
            </a:endParaRPr>
          </a:p>
        </p:txBody>
      </p:sp>
      <p:sp>
        <p:nvSpPr>
          <p:cNvPr id="38" name="PlaceHolder 2"/>
          <p:cNvSpPr>
            <a:spLocks noGrp="1"/>
          </p:cNvSpPr>
          <p:nvPr>
            <p:ph type="dt" idx="13"/>
          </p:nvPr>
        </p:nvSpPr>
        <p:spPr>
          <a:xfrm>
            <a:off x="990360" y="6248520"/>
            <a:ext cx="1904760" cy="457200"/>
          </a:xfrm>
          <a:prstGeom prst="rect">
            <a:avLst/>
          </a:prstGeom>
          <a:noFill/>
          <a:ln w="0">
            <a:noFill/>
          </a:ln>
        </p:spPr>
        <p:txBody>
          <a:bodyPr lIns="90000" rIns="90000" tIns="46800" bIns="4680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1c1c1c"/>
                </a:solidFill>
                <a:effectLst/>
                <a:uFillTx/>
                <a:latin typeface="Tahoma"/>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1c1c1c"/>
                </a:solidFill>
                <a:effectLst/>
                <a:uFillTx/>
                <a:latin typeface="Tahoma"/>
              </a:rPr>
              <a:t>&lt;date/time&gt;</a:t>
            </a:r>
            <a:endParaRPr b="0" lang="en-IN" sz="1400" strike="noStrike" u="none">
              <a:solidFill>
                <a:srgbClr val="000000"/>
              </a:solidFill>
              <a:effectLst/>
              <a:uFillTx/>
              <a:latin typeface="Times New Roman"/>
            </a:endParaRPr>
          </a:p>
        </p:txBody>
      </p:sp>
      <p:sp>
        <p:nvSpPr>
          <p:cNvPr id="39" name="PlaceHolder 3"/>
          <p:cNvSpPr>
            <a:spLocks noGrp="1"/>
          </p:cNvSpPr>
          <p:nvPr>
            <p:ph type="ftr" idx="14"/>
          </p:nvPr>
        </p:nvSpPr>
        <p:spPr>
          <a:xfrm>
            <a:off x="3428640" y="6248520"/>
            <a:ext cx="2895480" cy="457200"/>
          </a:xfrm>
          <a:prstGeom prst="rect">
            <a:avLst/>
          </a:prstGeom>
          <a:noFill/>
          <a:ln w="0">
            <a:noFill/>
          </a:ln>
        </p:spPr>
        <p:txBody>
          <a:bodyPr lIns="90000" rIns="90000" tIns="46800" bIns="46800" anchor="b">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1c1c1c"/>
                </a:solidFill>
                <a:effectLst/>
                <a:uFillTx/>
                <a:latin typeface="Tahoma"/>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1c1c1c"/>
                </a:solidFill>
                <a:effectLst/>
                <a:uFillTx/>
                <a:latin typeface="Tahoma"/>
              </a:rPr>
              <a:t>&lt;footer&gt;</a:t>
            </a:r>
            <a:endParaRPr b="0" lang="en-IN" sz="1400" strike="noStrike" u="none">
              <a:solidFill>
                <a:srgbClr val="000000"/>
              </a:solidFill>
              <a:effectLst/>
              <a:uFillTx/>
              <a:latin typeface="Times New Roman"/>
            </a:endParaRPr>
          </a:p>
        </p:txBody>
      </p:sp>
      <p:sp>
        <p:nvSpPr>
          <p:cNvPr id="40" name="PlaceHolder 4"/>
          <p:cNvSpPr>
            <a:spLocks noGrp="1"/>
          </p:cNvSpPr>
          <p:nvPr>
            <p:ph type="sldNum" idx="15"/>
          </p:nvPr>
        </p:nvSpPr>
        <p:spPr>
          <a:xfrm>
            <a:off x="6858000" y="6248520"/>
            <a:ext cx="1905120" cy="457200"/>
          </a:xfrm>
          <a:prstGeom prst="rect">
            <a:avLst/>
          </a:prstGeom>
          <a:noFill/>
          <a:ln w="0">
            <a:noFill/>
          </a:ln>
        </p:spPr>
        <p:txBody>
          <a:bodyPr lIns="90000" rIns="90000" tIns="46800" bIns="46800" anchor="b">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1c1c1c"/>
                </a:solidFill>
                <a:effectLst/>
                <a:uFillTx/>
                <a:latin typeface="Tahoma"/>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D3EA7C7-8E4F-41A8-BB5B-C62C3F805A96}" type="slidenum">
              <a:rPr b="0" lang="en-US" sz="1400" strike="noStrike" u="none">
                <a:solidFill>
                  <a:srgbClr val="1c1c1c"/>
                </a:solidFill>
                <a:effectLst/>
                <a:uFillTx/>
                <a:latin typeface="Tahoma"/>
              </a:rPr>
              <a:t>&lt;number&gt;</a:t>
            </a:fld>
            <a:endParaRPr b="0" lang="en-IN" sz="1400" strike="noStrike" u="none">
              <a:solidFill>
                <a:srgbClr val="000000"/>
              </a:solidFill>
              <a:effectLst/>
              <a:uFillTx/>
              <a:latin typeface="Times New Roman"/>
            </a:endParaRPr>
          </a:p>
        </p:txBody>
      </p:sp>
      <p:sp>
        <p:nvSpPr>
          <p:cNvPr id="41"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indent="0"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Click to edit the outline text format</a:t>
            </a:r>
            <a:endParaRPr b="0" lang="en-IN" sz="3200" strike="noStrike" u="none">
              <a:solidFill>
                <a:srgbClr val="000000"/>
              </a:solidFill>
              <a:effectLst/>
              <a:uFillTx/>
              <a:latin typeface="Tahoma"/>
            </a:endParaRPr>
          </a:p>
          <a:p>
            <a:pPr lvl="1" marL="457200" indent="0"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ahoma"/>
              </a:rPr>
              <a:t>Second Outline Level</a:t>
            </a:r>
            <a:endParaRPr b="0" lang="en-IN" sz="2800" strike="noStrike" u="none">
              <a:solidFill>
                <a:srgbClr val="000000"/>
              </a:solidFill>
              <a:effectLst/>
              <a:uFillTx/>
              <a:latin typeface="Tahoma"/>
            </a:endParaRPr>
          </a:p>
          <a:p>
            <a:pPr lvl="2" marL="914400" algn="ctr">
              <a:spcBef>
                <a:spcPts val="601"/>
              </a:spcBef>
              <a:buClr>
                <a:srgbClr val="3333cc"/>
              </a:buClr>
              <a:buSzPct val="50000"/>
              <a:buFont typeface="Wingdings" charset="2"/>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ahoma"/>
              </a:rPr>
              <a:t>Third Outline Level</a:t>
            </a:r>
            <a:endParaRPr b="0" lang="en-IN" sz="2400" strike="noStrike" u="none">
              <a:solidFill>
                <a:srgbClr val="000000"/>
              </a:solidFill>
              <a:effectLst/>
              <a:uFillTx/>
              <a:latin typeface="Tahoma"/>
            </a:endParaRPr>
          </a:p>
          <a:p>
            <a:pPr lvl="3" marL="1371600" algn="ctr">
              <a:spcBef>
                <a:spcPts val="499"/>
              </a:spcBef>
              <a:buClr>
                <a:srgbClr val="ffcf01"/>
              </a:buClr>
              <a:buSzPct val="55000"/>
              <a:buFont typeface="Wingdings" charset="2"/>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Fourth Outline Level</a:t>
            </a:r>
            <a:endParaRPr b="0" lang="en-IN" sz="2000" strike="noStrike" u="none">
              <a:solidFill>
                <a:srgbClr val="000000"/>
              </a:solidFill>
              <a:effectLst/>
              <a:uFillTx/>
              <a:latin typeface="Tahoma"/>
            </a:endParaRPr>
          </a:p>
          <a:p>
            <a:pPr lvl="4" marL="1828800" algn="ctr">
              <a:spcBef>
                <a:spcPts val="499"/>
              </a:spcBef>
              <a:buClr>
                <a:srgbClr val="00e4a8"/>
              </a:buClr>
              <a:buSzPct val="50000"/>
              <a:buFont typeface="Wingdings" charset="2"/>
              <a:buChar char=""/>
              <a:tabLst>
                <a:tab algn="l" pos="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Fifth Outline Level</a:t>
            </a:r>
            <a:endParaRPr b="0" lang="en-IN" sz="2000" strike="noStrike" u="none">
              <a:solidFill>
                <a:srgbClr val="000000"/>
              </a:solidFill>
              <a:effectLst/>
              <a:uFillTx/>
              <a:latin typeface="Tahoma"/>
            </a:endParaRPr>
          </a:p>
          <a:p>
            <a:pPr lvl="5" marL="1828800">
              <a:spcBef>
                <a:spcPts val="499"/>
              </a:spcBef>
              <a:buClr>
                <a:srgbClr val="000000"/>
              </a:buClr>
              <a:buSzPct val="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Sixth Outline Level</a:t>
            </a:r>
            <a:endParaRPr b="0" lang="en-IN" sz="2000" strike="noStrike" u="none">
              <a:solidFill>
                <a:srgbClr val="000000"/>
              </a:solidFill>
              <a:effectLst/>
              <a:uFillTx/>
              <a:latin typeface="Tahoma"/>
            </a:endParaRPr>
          </a:p>
          <a:p>
            <a:pPr lvl="6" marL="1828800">
              <a:spcBef>
                <a:spcPts val="499"/>
              </a:spcBef>
              <a:buClr>
                <a:srgbClr val="000000"/>
              </a:buClr>
              <a:buSzPct val="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Seventh Outline Level</a:t>
            </a:r>
            <a:endParaRPr b="0" lang="en-IN" sz="2000" strike="noStrike" u="none">
              <a:solidFill>
                <a:srgbClr val="000000"/>
              </a:solidFill>
              <a:effectLst/>
              <a:uFillTx/>
              <a:latin typeface="Tahoma"/>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Lst>
</p:sldMaster>
</file>

<file path=ppt/slides/_rels/slide1.xml.rels><?xml version="1.0" encoding="UTF-8"?>
<Relationships xmlns="http://schemas.openxmlformats.org/package/2006/relationships"><Relationship Id="rId1" Type="http://schemas.openxmlformats.org/officeDocument/2006/relationships/image" Target="../media/image1.wmf"/><Relationship Id="rId2" Type="http://schemas.openxmlformats.org/officeDocument/2006/relationships/image" Target="../media/image2.png"/><Relationship Id="rId3"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image" Target="../media/image3.wmf"/><Relationship Id="rId2" Type="http://schemas.openxmlformats.org/officeDocument/2006/relationships/image" Target="../media/image4.wmf"/><Relationship Id="rId3" Type="http://schemas.openxmlformats.org/officeDocument/2006/relationships/image" Target="../media/image5.wmf"/><Relationship Id="rId4" Type="http://schemas.openxmlformats.org/officeDocument/2006/relationships/image" Target="../media/image6.wmf"/><Relationship Id="rId5"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7.gif"/><Relationship Id="rId2"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8.gif"/><Relationship Id="rId2" Type="http://schemas.openxmlformats.org/officeDocument/2006/relationships/image" Target="../media/image9.wmf"/><Relationship Id="rId3"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10.wmf"/><Relationship Id="rId2" Type="http://schemas.openxmlformats.org/officeDocument/2006/relationships/slideLayout" Target="../slideLayouts/slideLayout3.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1.wmf"/><Relationship Id="rId2" Type="http://schemas.openxmlformats.org/officeDocument/2006/relationships/image" Target="../media/image12.wmf"/><Relationship Id="rId3" Type="http://schemas.openxmlformats.org/officeDocument/2006/relationships/slideLayout" Target="../slideLayouts/slideLayout3.xml"/>
</Relationships>
</file>

<file path=ppt/slides/_rels/slide14.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
<Relationships xmlns="http://schemas.openxmlformats.org/package/2006/relationships"><Relationship Id="rId1" Type="http://schemas.openxmlformats.org/officeDocument/2006/relationships/image" Target="../media/image14.wmf"/><Relationship Id="rId2" Type="http://schemas.openxmlformats.org/officeDocument/2006/relationships/image" Target="../media/image15.wmf"/><Relationship Id="rId3" Type="http://schemas.openxmlformats.org/officeDocument/2006/relationships/image" Target="../media/image16.wmf"/><Relationship Id="rId4" Type="http://schemas.openxmlformats.org/officeDocument/2006/relationships/slideLayout" Target="../slideLayouts/slideLayout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9.xml.rels><?xml version="1.0" encoding="UTF-8"?>
<Relationships xmlns="http://schemas.openxmlformats.org/package/2006/relationships"><Relationship Id="rId1" Type="http://schemas.openxmlformats.org/officeDocument/2006/relationships/image" Target="../media/image17.wmf"/><Relationship Id="rId2" Type="http://schemas.openxmlformats.org/officeDocument/2006/relationships/slideLayout" Target="../slideLayouts/slideLayout3.xml"/>
</Relationships>
</file>

<file path=ppt/slides/_rels/slide20.xml.rels><?xml version="1.0" encoding="UTF-8"?>
<Relationships xmlns="http://schemas.openxmlformats.org/package/2006/relationships"><Relationship Id="rId1" Type="http://schemas.openxmlformats.org/officeDocument/2006/relationships/image" Target="../media/image18.wmf"/><Relationship Id="rId2" Type="http://schemas.openxmlformats.org/officeDocument/2006/relationships/slideLayout" Target="../slideLayouts/slideLayout3.xml"/>
</Relationships>
</file>

<file path=ppt/slides/_rels/slide21.xml.rels><?xml version="1.0" encoding="UTF-8"?>
<Relationships xmlns="http://schemas.openxmlformats.org/package/2006/relationships"><Relationship Id="rId1" Type="http://schemas.openxmlformats.org/officeDocument/2006/relationships/image" Target="../media/image19.jpeg"/><Relationship Id="rId2" Type="http://schemas.openxmlformats.org/officeDocument/2006/relationships/slideLayout" Target="../slideLayouts/slideLayout3.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4.xml.rels><?xml version="1.0" encoding="UTF-8"?>
<Relationships xmlns="http://schemas.openxmlformats.org/package/2006/relationships"><Relationship Id="rId1" Type="http://schemas.openxmlformats.org/officeDocument/2006/relationships/image" Target="../media/image20.gif"/><Relationship Id="rId2" Type="http://schemas.openxmlformats.org/officeDocument/2006/relationships/image" Target="../media/image21.wmf"/><Relationship Id="rId3" Type="http://schemas.openxmlformats.org/officeDocument/2006/relationships/image" Target="../media/image22.wmf"/><Relationship Id="rId4"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2057400" y="838080"/>
            <a:ext cx="7772400" cy="147024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333399"/>
                </a:solidFill>
                <a:effectLst/>
                <a:uFillTx/>
                <a:latin typeface="Tahoma"/>
              </a:rPr>
              <a:t>Contract Financing</a:t>
            </a:r>
            <a:br>
              <a:rPr sz="4400"/>
            </a:br>
            <a:endParaRPr b="0" lang="en-IN" sz="4400" strike="noStrike" u="none">
              <a:solidFill>
                <a:srgbClr val="333399"/>
              </a:solidFill>
              <a:effectLst/>
              <a:uFillTx/>
              <a:latin typeface="Tahoma"/>
            </a:endParaRPr>
          </a:p>
        </p:txBody>
      </p:sp>
      <p:pic>
        <p:nvPicPr>
          <p:cNvPr id="50" name="" descr=""/>
          <p:cNvPicPr/>
          <p:nvPr/>
        </p:nvPicPr>
        <p:blipFill>
          <a:blip r:embed="rId1"/>
          <a:stretch/>
        </p:blipFill>
        <p:spPr>
          <a:xfrm rot="1155000">
            <a:off x="6172200" y="3733560"/>
            <a:ext cx="2133720" cy="1393560"/>
          </a:xfrm>
          <a:prstGeom prst="rect">
            <a:avLst/>
          </a:prstGeom>
          <a:noFill/>
          <a:ln w="0">
            <a:noFill/>
          </a:ln>
        </p:spPr>
      </p:pic>
      <p:sp>
        <p:nvSpPr>
          <p:cNvPr id="51" name=""/>
          <p:cNvSpPr txBox="1"/>
          <p:nvPr/>
        </p:nvSpPr>
        <p:spPr>
          <a:xfrm>
            <a:off x="2590920" y="1905120"/>
            <a:ext cx="3429000" cy="523800"/>
          </a:xfrm>
          <a:prstGeom prst="rect">
            <a:avLst/>
          </a:prstGeom>
        </p:spPr>
        <p:txBody>
          <a:bodyPr wrap="none" lIns="90000" rIns="90000" tIns="46800" bIns="46800" anchor="t" anchorCtr="1">
            <a:prstTxWarp prst="textPlain">
              <a:avLst>
                <a:gd name="adj" fmla="val 50000"/>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pc="3" strike="noStrike" u="none">
                <a:ln w="9360">
                  <a:solidFill>
                    <a:srgbClr val="008000"/>
                  </a:solidFill>
                  <a:miter/>
                </a:ln>
                <a:solidFill>
                  <a:srgbClr val="0066ff"/>
                </a:solidFill>
                <a:effectLst>
                  <a:outerShdw dist="153753" dir="2700000" blurRad="0" rotWithShape="0">
                    <a:srgbClr val="c7dfd3">
                      <a:alpha val="80000"/>
                    </a:srgbClr>
                  </a:outerShdw>
                </a:effectLst>
                <a:uFillTx/>
                <a:latin typeface="Times New Roman"/>
              </a:rPr>
              <a:t>Contract Financing</a:t>
            </a:r>
            <a:endParaRPr b="0" lang="en-IN" sz="1800" spc="3" strike="noStrike" u="none">
              <a:ln w="9360">
                <a:solidFill>
                  <a:srgbClr val="008000"/>
                </a:solidFill>
                <a:miter/>
              </a:ln>
              <a:solidFill>
                <a:srgbClr val="0066ff"/>
              </a:solidFill>
              <a:effectLst>
                <a:outerShdw dist="153753" dir="2700000" blurRad="0" rotWithShape="0">
                  <a:srgbClr val="c7dfd3">
                    <a:alpha val="80000"/>
                  </a:srgbClr>
                </a:outerShdw>
              </a:effectLst>
              <a:uFillTx/>
              <a:latin typeface="Times New Roman"/>
              <a:ea typeface="Times New Roman"/>
            </a:endParaRPr>
          </a:p>
        </p:txBody>
      </p:sp>
      <p:sp>
        <p:nvSpPr>
          <p:cNvPr id="52" name=""/>
          <p:cNvSpPr/>
          <p:nvPr/>
        </p:nvSpPr>
        <p:spPr>
          <a:xfrm>
            <a:off x="5257800" y="5105520"/>
            <a:ext cx="3092400" cy="100836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ff"/>
                </a:solidFill>
                <a:effectLst/>
                <a:uFillTx/>
                <a:latin typeface="Arial"/>
              </a:rPr>
              <a:t>Theresa A. Stevens</a:t>
            </a:r>
            <a:endParaRPr b="0" lang="en-IN" sz="24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ff"/>
                </a:solidFill>
                <a:effectLst/>
                <a:uFillTx/>
                <a:latin typeface="Arial"/>
              </a:rPr>
              <a:t>March 12, 2007</a:t>
            </a:r>
            <a:endParaRPr b="0" lang="en-IN" sz="1800" strike="noStrike" u="none">
              <a:solidFill>
                <a:srgbClr val="000000"/>
              </a:solidFill>
              <a:effectLst/>
              <a:uFillTx/>
              <a:latin typeface="Arial"/>
            </a:endParaRPr>
          </a:p>
        </p:txBody>
      </p:sp>
      <p:sp>
        <p:nvSpPr>
          <p:cNvPr id="53" name=""/>
          <p:cNvSpPr/>
          <p:nvPr/>
        </p:nvSpPr>
        <p:spPr>
          <a:xfrm>
            <a:off x="609480" y="3657600"/>
            <a:ext cx="3657600" cy="24714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ff"/>
                </a:solidFill>
                <a:effectLst/>
                <a:uFillTx/>
                <a:latin typeface="Arial"/>
              </a:rPr>
              <a:t>Part 2</a:t>
            </a:r>
            <a:endParaRPr b="0" lang="en-IN" sz="24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ff"/>
                </a:solidFill>
                <a:effectLst/>
                <a:uFillTx/>
                <a:latin typeface="Arial"/>
              </a:rPr>
              <a:t>Non-Commercial Item </a:t>
            </a:r>
            <a:endParaRPr b="0" lang="en-IN" sz="24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ff"/>
                </a:solidFill>
                <a:effectLst/>
                <a:uFillTx/>
                <a:latin typeface="Arial"/>
              </a:rPr>
              <a:t>Purchase Financing</a:t>
            </a:r>
            <a:r>
              <a:rPr b="0" lang="en-IN" sz="2400" strike="noStrike" u="none">
                <a:solidFill>
                  <a:srgbClr val="000000"/>
                </a:solidFill>
                <a:effectLst/>
                <a:uFillTx/>
                <a:latin typeface="Arial"/>
              </a:rPr>
              <a:t> </a:t>
            </a:r>
            <a:endParaRPr b="0" lang="en-IN" sz="24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ff"/>
                </a:solidFill>
                <a:effectLst/>
                <a:uFillTx/>
                <a:latin typeface="Arial"/>
              </a:rPr>
              <a:t>FAR Subpart 32.1</a:t>
            </a:r>
            <a:endParaRPr b="0" lang="en-IN" sz="1800" strike="noStrike" u="none">
              <a:solidFill>
                <a:srgbClr val="000000"/>
              </a:solidFill>
              <a:effectLst/>
              <a:uFillTx/>
              <a:latin typeface="Arial"/>
            </a:endParaRPr>
          </a:p>
        </p:txBody>
      </p:sp>
      <p:sp>
        <p:nvSpPr>
          <p:cNvPr id="54" name=""/>
          <p:cNvSpPr/>
          <p:nvPr/>
        </p:nvSpPr>
        <p:spPr>
          <a:xfrm>
            <a:off x="2743200" y="304920"/>
            <a:ext cx="358128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ff"/>
                </a:solidFill>
                <a:effectLst/>
                <a:uFillTx/>
                <a:latin typeface="Arial"/>
              </a:rPr>
              <a:t>PIP Level II Presentation</a:t>
            </a:r>
            <a:endParaRPr b="0" lang="en-IN" sz="2400" strike="noStrike" u="none">
              <a:solidFill>
                <a:srgbClr val="000000"/>
              </a:solidFill>
              <a:effectLst/>
              <a:uFillTx/>
              <a:latin typeface="Arial"/>
            </a:endParaRPr>
          </a:p>
        </p:txBody>
      </p:sp>
      <p:pic>
        <p:nvPicPr>
          <p:cNvPr id="55" name="" descr=""/>
          <p:cNvPicPr/>
          <p:nvPr/>
        </p:nvPicPr>
        <p:blipFill>
          <a:blip r:embed="rId2"/>
          <a:stretch/>
        </p:blipFill>
        <p:spPr>
          <a:xfrm>
            <a:off x="380880" y="2666880"/>
            <a:ext cx="304920" cy="304920"/>
          </a:xfrm>
          <a:prstGeom prst="rect">
            <a:avLst/>
          </a:prstGeom>
          <a:noFill/>
          <a:ln w="0">
            <a:noFill/>
          </a:ln>
        </p:spPr>
      </p:pic>
    </p:spTree>
  </p:cSld>
  <p:timing>
    <p:tnLst>
      <p:par>
        <p:cTn id="1" dur="indefinite" restart="never" nodeType="tmRoot">
          <p:childTnLst>
            <p:seq>
              <p:cTn id="2" restart="whenNotActive" nodeType="interactiveSeq" fill="hold">
                <p:stCondLst>
                  <p:cond evt="onClick">
                    <p:tgtEl>
                      <p:spTgt spid="55"/>
                    </p:tgtEl>
                  </p:cond>
                </p:stCondLst>
                <p:childTnLst>
                  <p:par>
                    <p:cTn id="3" fill="hold">
                      <p:stCondLst>
                        <p:cond evt="onClick">
                          <p:tgtEl>
                            <p:spTgt spid="55"/>
                          </p:tgtEl>
                        </p:cond>
                      </p:stCondLst>
                      <p:childTnLst>
                        <p:par>
                          <p:cTn id="4" fill="hold">
                            <p:stCondLst>
                              <p:cond delay="0"/>
                            </p:stCondLst>
                            <p:childTnLst>
                              <p:par>
                                <p:cTn id="5" nodeType="clickEffect" fill="hold" presetClass="mediacall" presetID="1">
                                  <p:stCondLst>
                                    <p:cond delay="0"/>
                                  </p:stCondLst>
                                  <p:childTnLst>
                                    <p:cmd type="call" cmd="playFrom(0.0)">
                                      <p:cBhvr>
                                        <p:cTn id="6" dur="75742" fill="hold"/>
                                        <p:tgtEl>
                                          <p:spTgt spid="55"/>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456840" y="214200"/>
            <a:ext cx="7792920" cy="1462320"/>
          </a:xfrm>
          <a:prstGeom prst="rect">
            <a:avLst/>
          </a:prstGeom>
          <a:noFill/>
          <a:ln w="0">
            <a:noFill/>
          </a:ln>
        </p:spPr>
        <p:txBody>
          <a:bodyPr lIns="90000" rIns="90000" tIns="46800" bIns="46800" anchor="b">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333399"/>
                </a:solidFill>
                <a:effectLst/>
                <a:uFillTx/>
                <a:latin typeface="Arial"/>
              </a:rPr>
              <a:t>What Is A Non-commercialized Acquisition</a:t>
            </a:r>
            <a:endParaRPr b="0" lang="en-IN" sz="3600" strike="noStrike" u="none">
              <a:solidFill>
                <a:srgbClr val="333399"/>
              </a:solidFill>
              <a:effectLst/>
              <a:uFillTx/>
              <a:latin typeface="Tahoma"/>
            </a:endParaRPr>
          </a:p>
        </p:txBody>
      </p:sp>
      <p:sp>
        <p:nvSpPr>
          <p:cNvPr id="57" name="PlaceHolder 2"/>
          <p:cNvSpPr>
            <a:spLocks noGrp="1"/>
          </p:cNvSpPr>
          <p:nvPr>
            <p:ph/>
          </p:nvPr>
        </p:nvSpPr>
        <p:spPr>
          <a:xfrm>
            <a:off x="914400" y="2286000"/>
            <a:ext cx="5827680" cy="1868400"/>
          </a:xfrm>
          <a:prstGeom prst="rect">
            <a:avLst/>
          </a:prstGeom>
          <a:noFill/>
          <a:ln w="0">
            <a:noFill/>
          </a:ln>
        </p:spPr>
        <p:txBody>
          <a:bodyPr lIns="90000" rIns="90000" tIns="46800" bIns="46800" anchor="t">
            <a:normAutofit/>
          </a:bodyPr>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	</a:t>
            </a:r>
            <a:r>
              <a:rPr b="0" lang="en-IN" sz="2400" strike="noStrike" u="none">
                <a:solidFill>
                  <a:srgbClr val="000000"/>
                </a:solidFill>
                <a:effectLst/>
                <a:uFillTx/>
                <a:latin typeface="Arial"/>
              </a:rPr>
              <a:t>An acquisition where services or supplies are purchased by the government that are unique and uncommon to any other entity</a:t>
            </a:r>
            <a:endParaRPr b="0" lang="en-IN" sz="2400" strike="noStrike" u="none">
              <a:solidFill>
                <a:srgbClr val="000000"/>
              </a:solidFill>
              <a:effectLst/>
              <a:uFillTx/>
              <a:latin typeface="Tahoma"/>
            </a:endParaRPr>
          </a:p>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ahoma"/>
            </a:endParaRPr>
          </a:p>
        </p:txBody>
      </p:sp>
      <p:pic>
        <p:nvPicPr>
          <p:cNvPr id="58" name="" descr=""/>
          <p:cNvPicPr/>
          <p:nvPr/>
        </p:nvPicPr>
        <p:blipFill>
          <a:blip r:embed="rId1"/>
          <a:stretch/>
        </p:blipFill>
        <p:spPr>
          <a:xfrm>
            <a:off x="6858000" y="2819520"/>
            <a:ext cx="1755720" cy="1830240"/>
          </a:xfrm>
          <a:prstGeom prst="rect">
            <a:avLst/>
          </a:prstGeom>
          <a:noFill/>
          <a:ln w="0">
            <a:noFill/>
          </a:ln>
        </p:spPr>
      </p:pic>
      <p:pic>
        <p:nvPicPr>
          <p:cNvPr id="59" name="" descr=""/>
          <p:cNvPicPr/>
          <p:nvPr/>
        </p:nvPicPr>
        <p:blipFill>
          <a:blip r:embed="rId2"/>
          <a:stretch/>
        </p:blipFill>
        <p:spPr>
          <a:xfrm>
            <a:off x="7924680" y="533520"/>
            <a:ext cx="855720" cy="1736640"/>
          </a:xfrm>
          <a:prstGeom prst="rect">
            <a:avLst/>
          </a:prstGeom>
          <a:noFill/>
          <a:ln w="0">
            <a:noFill/>
          </a:ln>
        </p:spPr>
      </p:pic>
      <p:pic>
        <p:nvPicPr>
          <p:cNvPr id="60" name="" descr=""/>
          <p:cNvPicPr/>
          <p:nvPr/>
        </p:nvPicPr>
        <p:blipFill>
          <a:blip r:embed="rId3"/>
          <a:stretch/>
        </p:blipFill>
        <p:spPr>
          <a:xfrm>
            <a:off x="4343400" y="4191120"/>
            <a:ext cx="2133720" cy="2133360"/>
          </a:xfrm>
          <a:prstGeom prst="rect">
            <a:avLst/>
          </a:prstGeom>
          <a:noFill/>
          <a:ln w="0">
            <a:noFill/>
          </a:ln>
        </p:spPr>
      </p:pic>
      <p:pic>
        <p:nvPicPr>
          <p:cNvPr id="61" name="" descr=""/>
          <p:cNvPicPr/>
          <p:nvPr/>
        </p:nvPicPr>
        <p:blipFill>
          <a:blip r:embed="rId4"/>
          <a:stretch/>
        </p:blipFill>
        <p:spPr>
          <a:xfrm>
            <a:off x="1523880" y="4572000"/>
            <a:ext cx="1824120" cy="1531800"/>
          </a:xfrm>
          <a:prstGeom prst="rect">
            <a:avLst/>
          </a:prstGeom>
          <a:noFill/>
          <a:ln w="0">
            <a:noFill/>
          </a:ln>
        </p:spPr>
      </p:pic>
      <p:sp>
        <p:nvSpPr>
          <p:cNvPr id="4" name="PlaceHolder 3"/>
          <p:cNvSpPr>
            <a:spLocks noGrp="1"/>
          </p:cNvSpPr>
          <p:nvPr>
            <p:ph type="sldNum" idx="3"/>
          </p:nvPr>
        </p:nvSpPr>
        <p:spPr/>
        <p:txBody>
          <a:bodyPr/>
          <a:p>
            <a:fld id="{BE90C1F7-5EE6-42D7-A2C5-415821FF7C32}"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2" name="PlaceHolder 1"/>
          <p:cNvSpPr>
            <a:spLocks noGrp="1"/>
          </p:cNvSpPr>
          <p:nvPr>
            <p:ph type="title"/>
          </p:nvPr>
        </p:nvSpPr>
        <p:spPr>
          <a:xfrm>
            <a:off x="1142640" y="380520"/>
            <a:ext cx="7792920" cy="838440"/>
          </a:xfrm>
          <a:prstGeom prst="rect">
            <a:avLst/>
          </a:prstGeom>
          <a:noFill/>
          <a:ln w="0">
            <a:noFill/>
          </a:ln>
        </p:spPr>
        <p:txBody>
          <a:bodyPr lIns="90000" rIns="90000" tIns="46800" bIns="46800" anchor="b">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333399"/>
                </a:solidFill>
                <a:effectLst/>
                <a:uFillTx/>
                <a:latin typeface="Arial"/>
              </a:rPr>
              <a:t>What is Contract Financing?</a:t>
            </a:r>
            <a:endParaRPr b="0" lang="en-IN" sz="3600" strike="noStrike" u="none">
              <a:solidFill>
                <a:srgbClr val="333399"/>
              </a:solidFill>
              <a:effectLst/>
              <a:uFillTx/>
              <a:latin typeface="Tahoma"/>
            </a:endParaRPr>
          </a:p>
        </p:txBody>
      </p:sp>
      <p:sp>
        <p:nvSpPr>
          <p:cNvPr id="63" name=""/>
          <p:cNvSpPr/>
          <p:nvPr/>
        </p:nvSpPr>
        <p:spPr>
          <a:xfrm>
            <a:off x="609480" y="1981080"/>
            <a:ext cx="7696440" cy="475812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 </a:t>
            </a:r>
            <a:r>
              <a:rPr b="0" lang="en-IN" sz="2400" strike="noStrike" u="none">
                <a:solidFill>
                  <a:srgbClr val="000000"/>
                </a:solidFill>
                <a:effectLst/>
                <a:uFillTx/>
                <a:latin typeface="Arial"/>
              </a:rPr>
              <a:t>Contract Financing is a “Payment” </a:t>
            </a:r>
            <a:endParaRPr b="0" lang="en-IN" sz="24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It is an authorized Government disbursement of monies to a contractor prior to acceptance of supplies or services by the Government</a:t>
            </a:r>
            <a:endParaRPr b="0" lang="en-IN" sz="24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Reference: </a:t>
            </a:r>
            <a:r>
              <a:rPr b="1" lang="en-IN" sz="1800" strike="noStrike" u="none">
                <a:solidFill>
                  <a:srgbClr val="000000"/>
                </a:solidFill>
                <a:effectLst/>
                <a:uFillTx/>
                <a:latin typeface="Arial"/>
              </a:rPr>
              <a:t> FAR  32.001(1)</a:t>
            </a:r>
            <a:endParaRPr b="0" lang="en-IN" sz="1800" strike="noStrike" u="none">
              <a:solidFill>
                <a:srgbClr val="000000"/>
              </a:solidFill>
              <a:effectLst/>
              <a:uFillTx/>
              <a:latin typeface="Arial"/>
            </a:endParaRPr>
          </a:p>
        </p:txBody>
      </p:sp>
      <p:sp>
        <p:nvSpPr>
          <p:cNvPr id="3" name="PlaceHolder 2"/>
          <p:cNvSpPr>
            <a:spLocks noGrp="1"/>
          </p:cNvSpPr>
          <p:nvPr>
            <p:ph type="sldNum" idx="3"/>
          </p:nvPr>
        </p:nvSpPr>
        <p:spPr/>
        <p:txBody>
          <a:bodyPr/>
          <a:p>
            <a:fld id="{59D2849C-2717-417D-8627-EC213AAE4083}" type="slidenum">
              <a:t>3</a:t>
            </a:fld>
          </a:p>
        </p:txBody>
      </p:sp>
    </p:spTree>
  </p:cSld>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 name="PlaceHolder 1"/>
          <p:cNvSpPr>
            <a:spLocks noGrp="1"/>
          </p:cNvSpPr>
          <p:nvPr>
            <p:ph type="title"/>
          </p:nvPr>
        </p:nvSpPr>
        <p:spPr>
          <a:xfrm>
            <a:off x="1142640" y="457200"/>
            <a:ext cx="6762600" cy="1752480"/>
          </a:xfrm>
          <a:prstGeom prst="rect">
            <a:avLst/>
          </a:prstGeom>
          <a:noFill/>
          <a:ln w="0">
            <a:noFill/>
          </a:ln>
        </p:spPr>
        <p:txBody>
          <a:bodyPr lIns="90000" rIns="90000" tIns="46800" bIns="46800" anchor="b">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333399"/>
                </a:solidFill>
                <a:effectLst/>
                <a:uFillTx/>
                <a:latin typeface="Arial"/>
              </a:rPr>
              <a:t>Contract Financing “Payments” Do Not Include:</a:t>
            </a:r>
            <a:br>
              <a:rPr sz="3600"/>
            </a:br>
            <a:endParaRPr b="0" lang="en-IN" sz="3600" strike="noStrike" u="none">
              <a:solidFill>
                <a:srgbClr val="333399"/>
              </a:solidFill>
              <a:effectLst/>
              <a:uFillTx/>
              <a:latin typeface="Tahoma"/>
            </a:endParaRPr>
          </a:p>
        </p:txBody>
      </p:sp>
      <p:sp>
        <p:nvSpPr>
          <p:cNvPr id="65" name="PlaceHolder 2"/>
          <p:cNvSpPr>
            <a:spLocks noGrp="1"/>
          </p:cNvSpPr>
          <p:nvPr>
            <p:ph/>
          </p:nvPr>
        </p:nvSpPr>
        <p:spPr>
          <a:xfrm>
            <a:off x="1676160" y="2514240"/>
            <a:ext cx="5181480" cy="2971800"/>
          </a:xfrm>
          <a:prstGeom prst="rect">
            <a:avLst/>
          </a:prstGeom>
          <a:noFill/>
          <a:ln w="0">
            <a:noFill/>
          </a:ln>
        </p:spPr>
        <p:txBody>
          <a:bodyPr lIns="90000" rIns="90000" tIns="46800" bIns="46800" anchor="t">
            <a:normAutofit/>
          </a:bodyPr>
          <a:p>
            <a:pPr marL="343080" indent="-343080">
              <a:lnSpc>
                <a:spcPct val="10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Invoice Payments</a:t>
            </a:r>
            <a:endParaRPr b="0" lang="en-IN" sz="2400" strike="noStrike" u="none">
              <a:solidFill>
                <a:srgbClr val="000000"/>
              </a:solidFill>
              <a:effectLst/>
              <a:uFillTx/>
              <a:latin typeface="Tahoma"/>
            </a:endParaRPr>
          </a:p>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ahoma"/>
            </a:endParaRPr>
          </a:p>
          <a:p>
            <a:pPr marL="343080" indent="-343080">
              <a:lnSpc>
                <a:spcPct val="10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Payments For Partial Deliveries</a:t>
            </a:r>
            <a:endParaRPr b="0" lang="en-IN" sz="2400" strike="noStrike" u="none">
              <a:solidFill>
                <a:srgbClr val="000000"/>
              </a:solidFill>
              <a:effectLst/>
              <a:uFillTx/>
              <a:latin typeface="Tahoma"/>
            </a:endParaRPr>
          </a:p>
          <a:p>
            <a:pPr marL="343080" indent="0">
              <a:lnSpc>
                <a:spcPct val="10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ahoma"/>
            </a:endParaRPr>
          </a:p>
          <a:p>
            <a:pPr marL="343080" indent="-343080">
              <a:lnSpc>
                <a:spcPct val="10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Lease And Rental Payments</a:t>
            </a:r>
            <a:endParaRPr b="0" lang="en-IN" sz="2400" strike="noStrike" u="none">
              <a:solidFill>
                <a:srgbClr val="000000"/>
              </a:solidFill>
              <a:effectLst/>
              <a:uFillTx/>
              <a:latin typeface="Tahoma"/>
            </a:endParaRPr>
          </a:p>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ahoma"/>
            </a:endParaRPr>
          </a:p>
        </p:txBody>
      </p:sp>
      <p:sp>
        <p:nvSpPr>
          <p:cNvPr id="66" name=""/>
          <p:cNvSpPr/>
          <p:nvPr/>
        </p:nvSpPr>
        <p:spPr>
          <a:xfrm>
            <a:off x="305640" y="6324480"/>
            <a:ext cx="306504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Reference: </a:t>
            </a:r>
            <a:r>
              <a:rPr b="1" lang="en-IN" sz="1800" strike="noStrike" u="none">
                <a:solidFill>
                  <a:srgbClr val="000000"/>
                </a:solidFill>
                <a:effectLst/>
                <a:uFillTx/>
                <a:latin typeface="Arial"/>
              </a:rPr>
              <a:t> FAR  32.001 (2)</a:t>
            </a:r>
            <a:endParaRPr b="0" lang="en-IN" sz="1800" strike="noStrike" u="none">
              <a:solidFill>
                <a:srgbClr val="000000"/>
              </a:solidFill>
              <a:effectLst/>
              <a:uFillTx/>
              <a:latin typeface="Arial"/>
            </a:endParaRPr>
          </a:p>
        </p:txBody>
      </p:sp>
      <p:sp>
        <p:nvSpPr>
          <p:cNvPr id="4" name="PlaceHolder 3"/>
          <p:cNvSpPr>
            <a:spLocks noGrp="1"/>
          </p:cNvSpPr>
          <p:nvPr>
            <p:ph type="sldNum" idx="3"/>
          </p:nvPr>
        </p:nvSpPr>
        <p:spPr/>
        <p:txBody>
          <a:bodyPr/>
          <a:p>
            <a:fld id="{4EF4D7C0-96EC-402B-BFE7-77D0D5737F3A}"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7" name="PlaceHolder 1"/>
          <p:cNvSpPr>
            <a:spLocks noGrp="1"/>
          </p:cNvSpPr>
          <p:nvPr>
            <p:ph type="title"/>
          </p:nvPr>
        </p:nvSpPr>
        <p:spPr>
          <a:xfrm>
            <a:off x="533520" y="533160"/>
            <a:ext cx="7696080" cy="1447560"/>
          </a:xfrm>
          <a:prstGeom prst="rect">
            <a:avLst/>
          </a:prstGeom>
          <a:noFill/>
          <a:ln w="0">
            <a:noFill/>
          </a:ln>
        </p:spPr>
        <p:txBody>
          <a:bodyPr lIns="90000" rIns="90000" tIns="46800" bIns="46800" anchor="b">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br>
              <a:rPr sz="3600"/>
            </a:br>
            <a:r>
              <a:rPr b="0" lang="en-IN" sz="3600" strike="noStrike" u="none">
                <a:solidFill>
                  <a:srgbClr val="333399"/>
                </a:solidFill>
                <a:effectLst/>
                <a:uFillTx/>
                <a:latin typeface="Arial"/>
              </a:rPr>
              <a:t>Contract Financing  </a:t>
            </a:r>
            <a:br>
              <a:rPr sz="3600"/>
            </a:br>
            <a:endParaRPr b="0" lang="en-IN" sz="3600" strike="noStrike" u="none">
              <a:solidFill>
                <a:srgbClr val="333399"/>
              </a:solidFill>
              <a:effectLst/>
              <a:uFillTx/>
              <a:latin typeface="Tahoma"/>
            </a:endParaRPr>
          </a:p>
        </p:txBody>
      </p:sp>
      <p:sp>
        <p:nvSpPr>
          <p:cNvPr id="68" name=""/>
          <p:cNvSpPr/>
          <p:nvPr/>
        </p:nvSpPr>
        <p:spPr>
          <a:xfrm>
            <a:off x="838080" y="5105520"/>
            <a:ext cx="914400" cy="3664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69" name=""/>
          <p:cNvSpPr/>
          <p:nvPr/>
        </p:nvSpPr>
        <p:spPr>
          <a:xfrm>
            <a:off x="838080" y="2209680"/>
            <a:ext cx="7620120" cy="2617200"/>
          </a:xfrm>
          <a:prstGeom prst="rect">
            <a:avLst/>
          </a:prstGeom>
          <a:noFill/>
          <a:ln w="0">
            <a:noFill/>
          </a:ln>
        </p:spPr>
        <p:style>
          <a:lnRef idx="0"/>
          <a:fillRef idx="0"/>
          <a:effectRef idx="0"/>
          <a:fontRef idx="minor"/>
        </p:style>
        <p:txBody>
          <a:bodyPr lIns="90000" rIns="90000" tIns="46800" bIns="46800" anchor="t">
            <a:spAutoFit/>
          </a:bodyPr>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ahoma"/>
              </a:rPr>
              <a:t> </a:t>
            </a:r>
            <a:endParaRPr b="0" lang="en-IN" sz="1800" strike="noStrike" u="none">
              <a:solidFill>
                <a:srgbClr val="000000"/>
              </a:solidFill>
              <a:effectLst/>
              <a:uFillTx/>
              <a:latin typeface="Arial"/>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3399"/>
                </a:solidFill>
                <a:effectLst/>
                <a:uFillTx/>
                <a:latin typeface="Arial"/>
              </a:rPr>
              <a:t>When?</a:t>
            </a:r>
            <a:r>
              <a:rPr b="0" lang="en-IN" sz="2400" strike="noStrike" u="none">
                <a:solidFill>
                  <a:srgbClr val="000000"/>
                </a:solidFill>
                <a:effectLst/>
                <a:uFillTx/>
                <a:latin typeface="Arial"/>
              </a:rPr>
              <a:t> It is in the best interest of the government. </a:t>
            </a:r>
            <a:endParaRPr b="0" lang="en-IN" sz="2400" strike="noStrike" u="none">
              <a:solidFill>
                <a:srgbClr val="000000"/>
              </a:solidFill>
              <a:effectLst/>
              <a:uFillTx/>
              <a:latin typeface="Arial"/>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3399"/>
                </a:solidFill>
                <a:effectLst/>
                <a:uFillTx/>
                <a:latin typeface="Arial"/>
              </a:rPr>
              <a:t>Why?</a:t>
            </a:r>
            <a:r>
              <a:rPr b="0" lang="en-IN" sz="2400" strike="noStrike" u="none">
                <a:solidFill>
                  <a:srgbClr val="003399"/>
                </a:solidFill>
                <a:effectLst/>
                <a:uFillTx/>
                <a:latin typeface="Arial"/>
              </a:rPr>
              <a:t> </a:t>
            </a:r>
            <a:r>
              <a:rPr b="0" lang="en-IN" sz="2400" strike="noStrike" u="none">
                <a:solidFill>
                  <a:srgbClr val="000000"/>
                </a:solidFill>
                <a:effectLst/>
                <a:uFillTx/>
                <a:latin typeface="Arial"/>
              </a:rPr>
              <a:t>It may be the demand of the market and without it the government may not be able to meet the requirement.</a:t>
            </a:r>
            <a:endParaRPr b="0" lang="en-IN" sz="2400" strike="noStrike" u="none">
              <a:solidFill>
                <a:srgbClr val="000000"/>
              </a:solidFill>
              <a:effectLst/>
              <a:uFillTx/>
              <a:latin typeface="Arial"/>
            </a:endParaRPr>
          </a:p>
        </p:txBody>
      </p:sp>
      <p:sp>
        <p:nvSpPr>
          <p:cNvPr id="70" name=""/>
          <p:cNvSpPr/>
          <p:nvPr/>
        </p:nvSpPr>
        <p:spPr>
          <a:xfrm>
            <a:off x="457200" y="6400800"/>
            <a:ext cx="2819520" cy="396720"/>
          </a:xfrm>
          <a:prstGeom prst="rect">
            <a:avLst/>
          </a:prstGeom>
          <a:noFill/>
          <a:ln w="0">
            <a:noFill/>
          </a:ln>
        </p:spPr>
        <p:style>
          <a:lnRef idx="0"/>
          <a:fillRef idx="0"/>
          <a:effectRef idx="0"/>
          <a:fontRef idx="minor"/>
        </p:style>
        <p:txBody>
          <a:bodyPr lIns="90000" rIns="90000" tIns="46800" bIns="46800" anchor="t">
            <a:spAutoFit/>
          </a:bodyPr>
          <a:p>
            <a:pP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71" name=""/>
          <p:cNvSpPr/>
          <p:nvPr/>
        </p:nvSpPr>
        <p:spPr>
          <a:xfrm>
            <a:off x="457200" y="6400800"/>
            <a:ext cx="4800600" cy="730800"/>
          </a:xfrm>
          <a:prstGeom prst="rect">
            <a:avLst/>
          </a:prstGeom>
          <a:noFill/>
          <a:ln w="0">
            <a:noFill/>
          </a:ln>
        </p:spPr>
        <p:style>
          <a:lnRef idx="0"/>
          <a:fillRef idx="0"/>
          <a:effectRef idx="0"/>
          <a:fontRef idx="minor"/>
        </p:style>
        <p:txBody>
          <a:bodyPr lIns="90000" rIns="90000" tIns="46800" bIns="46800" anchor="t">
            <a:spAutoFit/>
          </a:bodyPr>
          <a:p>
            <a:pPr>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Reference</a:t>
            </a:r>
            <a:r>
              <a:rPr b="1" lang="en-IN" sz="1800" strike="noStrike" u="none">
                <a:solidFill>
                  <a:srgbClr val="000000"/>
                </a:solidFill>
                <a:effectLst/>
                <a:uFillTx/>
                <a:latin typeface="Arial"/>
              </a:rPr>
              <a:t>: FAR 32.106 and 32.113</a:t>
            </a:r>
            <a:endParaRPr b="0" lang="en-IN" sz="1800" strike="noStrike" u="none">
              <a:solidFill>
                <a:srgbClr val="000000"/>
              </a:solidFill>
              <a:effectLst/>
              <a:uFillTx/>
              <a:latin typeface="Arial"/>
            </a:endParaRPr>
          </a:p>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3" name="PlaceHolder 2"/>
          <p:cNvSpPr>
            <a:spLocks noGrp="1"/>
          </p:cNvSpPr>
          <p:nvPr>
            <p:ph type="sldNum" idx="3"/>
          </p:nvPr>
        </p:nvSpPr>
        <p:spPr/>
        <p:txBody>
          <a:bodyPr/>
          <a:p>
            <a:fld id="{F54A247E-CD1D-4B13-9848-E5106E38D7F1}" type="slidenum">
              <a:t>5</a:t>
            </a:fld>
          </a:p>
        </p:txBody>
      </p:sp>
    </p:spTree>
  </p:cSld>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 name="PlaceHolder 1"/>
          <p:cNvSpPr>
            <a:spLocks noGrp="1"/>
          </p:cNvSpPr>
          <p:nvPr>
            <p:ph/>
          </p:nvPr>
        </p:nvSpPr>
        <p:spPr>
          <a:xfrm>
            <a:off x="838080" y="2286000"/>
            <a:ext cx="7772400" cy="4114800"/>
          </a:xfrm>
          <a:prstGeom prst="rect">
            <a:avLst/>
          </a:prstGeom>
          <a:noFill/>
          <a:ln w="0">
            <a:noFill/>
          </a:ln>
        </p:spPr>
        <p:txBody>
          <a:bodyPr lIns="90000" rIns="90000" tIns="46800" bIns="46800" anchor="t">
            <a:normAutofit/>
          </a:bodyPr>
          <a:p>
            <a:pPr marL="343080" indent="-343080">
              <a:lnSpc>
                <a:spcPct val="90000"/>
              </a:lnSpc>
              <a:spcBef>
                <a:spcPts val="499"/>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Only to the extent actually needed for prompt and efficient performance  </a:t>
            </a:r>
            <a:endParaRPr b="0" lang="en-IN" sz="2000" strike="noStrike" u="none">
              <a:solidFill>
                <a:srgbClr val="000000"/>
              </a:solidFill>
              <a:effectLst/>
              <a:uFillTx/>
              <a:latin typeface="Tahoma"/>
            </a:endParaRPr>
          </a:p>
          <a:p>
            <a:pPr marL="343080" indent="0">
              <a:lnSpc>
                <a:spcPct val="90000"/>
              </a:lnSpc>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a:p>
            <a:pPr marL="343080" indent="-343080">
              <a:lnSpc>
                <a:spcPct val="90000"/>
              </a:lnSpc>
              <a:spcBef>
                <a:spcPts val="499"/>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Administer to aid the acquisition, not impede it</a:t>
            </a:r>
            <a:endParaRPr b="0" lang="en-IN" sz="2000" strike="noStrike" u="none">
              <a:solidFill>
                <a:srgbClr val="000000"/>
              </a:solidFill>
              <a:effectLst/>
              <a:uFillTx/>
              <a:latin typeface="Tahoma"/>
            </a:endParaRPr>
          </a:p>
          <a:p>
            <a:pPr marL="343080" indent="0">
              <a:lnSpc>
                <a:spcPct val="90000"/>
              </a:lnSpc>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a:p>
            <a:pPr marL="343080" indent="-343080">
              <a:lnSpc>
                <a:spcPct val="90000"/>
              </a:lnSpc>
              <a:spcBef>
                <a:spcPts val="499"/>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Avoid any undue risk of monetary loss to the Government </a:t>
            </a:r>
            <a:endParaRPr b="0" lang="en-IN" sz="2000" strike="noStrike" u="none">
              <a:solidFill>
                <a:srgbClr val="000000"/>
              </a:solidFill>
              <a:effectLst/>
              <a:uFillTx/>
              <a:latin typeface="Tahoma"/>
            </a:endParaRPr>
          </a:p>
          <a:p>
            <a:pPr marL="343080" indent="0">
              <a:lnSpc>
                <a:spcPct val="90000"/>
              </a:lnSpc>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a:p>
            <a:pPr marL="343080" indent="-343080">
              <a:lnSpc>
                <a:spcPct val="90000"/>
              </a:lnSpc>
              <a:spcBef>
                <a:spcPts val="499"/>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Include the form of contract financing deemed to be in the Government’s best interest in the solicitation</a:t>
            </a:r>
            <a:endParaRPr b="0" lang="en-IN" sz="2000" strike="noStrike" u="none">
              <a:solidFill>
                <a:srgbClr val="000000"/>
              </a:solidFill>
              <a:effectLst/>
              <a:uFillTx/>
              <a:latin typeface="Tahoma"/>
            </a:endParaRPr>
          </a:p>
          <a:p>
            <a:pPr marL="343080" indent="-343080">
              <a:lnSpc>
                <a:spcPct val="9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a:p>
            <a:pPr marL="343080" indent="-343080">
              <a:lnSpc>
                <a:spcPct val="90000"/>
              </a:lnSpc>
              <a:spcBef>
                <a:spcPts val="499"/>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Monitor the contractor’s use of the contract financing provided and the contractor’s financial status</a:t>
            </a:r>
            <a:endParaRPr b="0" lang="en-IN" sz="2000" strike="noStrike" u="none">
              <a:solidFill>
                <a:srgbClr val="000000"/>
              </a:solidFill>
              <a:effectLst/>
              <a:uFillTx/>
              <a:latin typeface="Tahoma"/>
            </a:endParaRPr>
          </a:p>
        </p:txBody>
      </p:sp>
      <p:sp>
        <p:nvSpPr>
          <p:cNvPr id="73" name="PlaceHolder 2"/>
          <p:cNvSpPr>
            <a:spLocks noGrp="1"/>
          </p:cNvSpPr>
          <p:nvPr>
            <p:ph type="title"/>
          </p:nvPr>
        </p:nvSpPr>
        <p:spPr>
          <a:xfrm>
            <a:off x="1350720" y="442800"/>
            <a:ext cx="7716600" cy="928800"/>
          </a:xfrm>
          <a:prstGeom prst="rect">
            <a:avLst/>
          </a:prstGeom>
          <a:noFill/>
          <a:ln w="0">
            <a:noFill/>
          </a:ln>
        </p:spPr>
        <p:txBody>
          <a:bodyPr lIns="91440" rIns="91440" tIns="45720" bIns="45720" anchor="b">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333399"/>
                </a:solidFill>
                <a:effectLst/>
                <a:uFillTx/>
                <a:latin typeface="Arial"/>
              </a:rPr>
              <a:t>Conditions for Contract Financing</a:t>
            </a:r>
            <a:r>
              <a:rPr b="0" lang="en-IN" sz="4400" strike="noStrike" u="none">
                <a:solidFill>
                  <a:srgbClr val="333399"/>
                </a:solidFill>
                <a:effectLst/>
                <a:uFillTx/>
                <a:latin typeface="Tahoma"/>
              </a:rPr>
              <a:t> </a:t>
            </a:r>
            <a:endParaRPr b="0" lang="en-IN" sz="4400" strike="noStrike" u="none">
              <a:solidFill>
                <a:srgbClr val="333399"/>
              </a:solidFill>
              <a:effectLst/>
              <a:uFillTx/>
              <a:latin typeface="Tahoma"/>
            </a:endParaRPr>
          </a:p>
        </p:txBody>
      </p:sp>
      <p:sp>
        <p:nvSpPr>
          <p:cNvPr id="4" name="PlaceHolder 3"/>
          <p:cNvSpPr>
            <a:spLocks noGrp="1"/>
          </p:cNvSpPr>
          <p:nvPr>
            <p:ph type="sldNum" idx="3"/>
          </p:nvPr>
        </p:nvSpPr>
        <p:spPr/>
        <p:txBody>
          <a:bodyPr/>
          <a:p>
            <a:fld id="{45648DA7-ADE4-437E-AFA1-A827E90C1555}"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4" name="PlaceHolder 1"/>
          <p:cNvSpPr>
            <a:spLocks noGrp="1"/>
          </p:cNvSpPr>
          <p:nvPr>
            <p:ph type="title"/>
          </p:nvPr>
        </p:nvSpPr>
        <p:spPr>
          <a:xfrm>
            <a:off x="284040" y="75960"/>
            <a:ext cx="7793280" cy="1461960"/>
          </a:xfrm>
          <a:prstGeom prst="rect">
            <a:avLst/>
          </a:prstGeom>
          <a:noFill/>
          <a:ln w="0">
            <a:noFill/>
          </a:ln>
        </p:spPr>
        <p:txBody>
          <a:bodyPr lIns="90000" rIns="90000" tIns="46800" bIns="46800" anchor="b">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333399"/>
                </a:solidFill>
                <a:effectLst/>
                <a:uFillTx/>
                <a:latin typeface="Arial"/>
              </a:rPr>
              <a:t>Need for Contract Financing </a:t>
            </a:r>
            <a:br>
              <a:rPr sz="3600"/>
            </a:br>
            <a:r>
              <a:rPr b="0" lang="en-IN" sz="3600" strike="noStrike" u="none">
                <a:solidFill>
                  <a:srgbClr val="333399"/>
                </a:solidFill>
                <a:effectLst/>
                <a:uFillTx/>
                <a:latin typeface="Arial"/>
              </a:rPr>
              <a:t>Not a Deterrent</a:t>
            </a:r>
            <a:endParaRPr b="0" lang="en-IN" sz="3600" strike="noStrike" u="none">
              <a:solidFill>
                <a:srgbClr val="333399"/>
              </a:solidFill>
              <a:effectLst/>
              <a:uFillTx/>
              <a:latin typeface="Tahoma"/>
            </a:endParaRPr>
          </a:p>
        </p:txBody>
      </p:sp>
      <p:sp>
        <p:nvSpPr>
          <p:cNvPr id="75" name="PlaceHolder 2"/>
          <p:cNvSpPr>
            <a:spLocks noGrp="1"/>
          </p:cNvSpPr>
          <p:nvPr>
            <p:ph/>
          </p:nvPr>
        </p:nvSpPr>
        <p:spPr>
          <a:xfrm>
            <a:off x="762120" y="2249640"/>
            <a:ext cx="7772400" cy="3846240"/>
          </a:xfrm>
          <a:prstGeom prst="rect">
            <a:avLst/>
          </a:prstGeom>
          <a:noFill/>
          <a:ln w="0">
            <a:noFill/>
          </a:ln>
        </p:spPr>
        <p:txBody>
          <a:bodyPr lIns="90000" rIns="90000" tIns="46800" bIns="46800" anchor="t">
            <a:normAutofit/>
          </a:bodyPr>
          <a:p>
            <a:pPr marL="343080" indent="-343080">
              <a:lnSpc>
                <a:spcPct val="10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The contracting officer shall not treat the contractor’s need for contract financing as a handicap for a contract award, as a responsibility factor, or as an evaluation criterion</a:t>
            </a:r>
            <a:endParaRPr b="0" lang="en-IN" sz="2400" strike="noStrike" u="none">
              <a:solidFill>
                <a:srgbClr val="000000"/>
              </a:solidFill>
              <a:effectLst/>
              <a:uFillTx/>
              <a:latin typeface="Tahoma"/>
            </a:endParaRPr>
          </a:p>
          <a:p>
            <a:pPr marL="343080" indent="0">
              <a:lnSpc>
                <a:spcPct val="6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ahoma"/>
            </a:endParaRPr>
          </a:p>
          <a:p>
            <a:pPr marL="343080" indent="-343080">
              <a:lnSpc>
                <a:spcPct val="10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The contractor should not be disqualified from contract financing solely because the contractor failed to indicate a need for contract financing before the contract was awarded</a:t>
            </a:r>
            <a:endParaRPr b="0" lang="en-IN" sz="2400" strike="noStrike" u="none">
              <a:solidFill>
                <a:srgbClr val="000000"/>
              </a:solidFill>
              <a:effectLst/>
              <a:uFillTx/>
              <a:latin typeface="Tahoma"/>
            </a:endParaRPr>
          </a:p>
        </p:txBody>
      </p:sp>
      <p:sp>
        <p:nvSpPr>
          <p:cNvPr id="76" name=""/>
          <p:cNvSpPr/>
          <p:nvPr/>
        </p:nvSpPr>
        <p:spPr>
          <a:xfrm>
            <a:off x="380880" y="6248520"/>
            <a:ext cx="38862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Reference: </a:t>
            </a:r>
            <a:r>
              <a:rPr b="1" lang="en-IN" sz="1800" strike="noStrike" u="none">
                <a:solidFill>
                  <a:srgbClr val="000000"/>
                </a:solidFill>
                <a:effectLst/>
                <a:uFillTx/>
                <a:latin typeface="Arial"/>
              </a:rPr>
              <a:t>FAR 32.107</a:t>
            </a:r>
            <a:endParaRPr b="0" lang="en-IN" sz="1800" strike="noStrike" u="none">
              <a:solidFill>
                <a:srgbClr val="000000"/>
              </a:solidFill>
              <a:effectLst/>
              <a:uFillTx/>
              <a:latin typeface="Arial"/>
            </a:endParaRPr>
          </a:p>
        </p:txBody>
      </p:sp>
      <p:sp>
        <p:nvSpPr>
          <p:cNvPr id="4" name="PlaceHolder 3"/>
          <p:cNvSpPr>
            <a:spLocks noGrp="1"/>
          </p:cNvSpPr>
          <p:nvPr>
            <p:ph type="sldNum" idx="3"/>
          </p:nvPr>
        </p:nvSpPr>
        <p:spPr/>
        <p:txBody>
          <a:bodyPr/>
          <a:p>
            <a:fld id="{7433EADA-2A9A-4F12-A652-1438FAAF8BFE}"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7" name="PlaceHolder 1"/>
          <p:cNvSpPr>
            <a:spLocks noGrp="1"/>
          </p:cNvSpPr>
          <p:nvPr>
            <p:ph type="title"/>
          </p:nvPr>
        </p:nvSpPr>
        <p:spPr>
          <a:xfrm>
            <a:off x="533160" y="75960"/>
            <a:ext cx="7792920" cy="1461960"/>
          </a:xfrm>
          <a:prstGeom prst="rect">
            <a:avLst/>
          </a:prstGeom>
          <a:noFill/>
          <a:ln w="0">
            <a:noFill/>
          </a:ln>
        </p:spPr>
        <p:txBody>
          <a:bodyPr lIns="91440" rIns="91440" tIns="45720" bIns="45720" anchor="b">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333399"/>
                </a:solidFill>
                <a:effectLst/>
                <a:uFillTx/>
                <a:latin typeface="Arial"/>
              </a:rPr>
              <a:t>Conditions for Financing Noncommercial Purchases</a:t>
            </a:r>
            <a:endParaRPr b="0" lang="en-IN" sz="3600" strike="noStrike" u="none">
              <a:solidFill>
                <a:srgbClr val="333399"/>
              </a:solidFill>
              <a:effectLst/>
              <a:uFillTx/>
              <a:latin typeface="Tahoma"/>
            </a:endParaRPr>
          </a:p>
        </p:txBody>
      </p:sp>
      <p:sp>
        <p:nvSpPr>
          <p:cNvPr id="78" name="PlaceHolder 2"/>
          <p:cNvSpPr>
            <a:spLocks noGrp="1"/>
          </p:cNvSpPr>
          <p:nvPr>
            <p:ph/>
          </p:nvPr>
        </p:nvSpPr>
        <p:spPr>
          <a:xfrm>
            <a:off x="953640" y="2093400"/>
            <a:ext cx="7427880" cy="878040"/>
          </a:xfrm>
          <a:prstGeom prst="rect">
            <a:avLst/>
          </a:prstGeom>
          <a:noFill/>
          <a:ln w="0">
            <a:noFill/>
          </a:ln>
        </p:spPr>
        <p:txBody>
          <a:bodyPr lIns="90000" rIns="90000" tIns="46800" bIns="46800" anchor="t">
            <a:normAutofit/>
          </a:bodyPr>
          <a:p>
            <a:pPr marL="343080" indent="-343080">
              <a:lnSpc>
                <a:spcPct val="80000"/>
              </a:lnSpc>
              <a:spcBef>
                <a:spcPts val="2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The contractor must demonstrate an actual financial need or unavailability of private funding</a:t>
            </a:r>
            <a:r>
              <a:rPr b="0" lang="en-IN" sz="800" strike="noStrike" u="none">
                <a:solidFill>
                  <a:srgbClr val="000000"/>
                </a:solidFill>
                <a:effectLst/>
                <a:uFillTx/>
                <a:latin typeface="Arial"/>
              </a:rPr>
              <a:t>	</a:t>
            </a:r>
            <a:endParaRPr b="0" lang="en-IN" sz="800" strike="noStrike" u="none">
              <a:solidFill>
                <a:srgbClr val="000000"/>
              </a:solidFill>
              <a:effectLst/>
              <a:uFillTx/>
              <a:latin typeface="Tahoma"/>
            </a:endParaRPr>
          </a:p>
        </p:txBody>
      </p:sp>
      <p:sp>
        <p:nvSpPr>
          <p:cNvPr id="79" name=""/>
          <p:cNvSpPr/>
          <p:nvPr/>
        </p:nvSpPr>
        <p:spPr>
          <a:xfrm>
            <a:off x="1066680" y="6477120"/>
            <a:ext cx="6934320" cy="396720"/>
          </a:xfrm>
          <a:prstGeom prst="rect">
            <a:avLst/>
          </a:prstGeom>
          <a:noFill/>
          <a:ln w="0">
            <a:noFill/>
          </a:ln>
        </p:spPr>
        <p:style>
          <a:lnRef idx="0"/>
          <a:fillRef idx="0"/>
          <a:effectRef idx="0"/>
          <a:fontRef idx="minor"/>
        </p:style>
        <p:txBody>
          <a:bodyPr lIns="90000" rIns="90000" tIns="46800" bIns="46800" anchor="t">
            <a:spAutoFit/>
          </a:bodyPr>
          <a:p>
            <a:pP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80" name=""/>
          <p:cNvSpPr/>
          <p:nvPr/>
        </p:nvSpPr>
        <p:spPr>
          <a:xfrm>
            <a:off x="533520" y="6491160"/>
            <a:ext cx="83818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Reference: </a:t>
            </a:r>
            <a:r>
              <a:rPr b="1" lang="en-IN" sz="1800" strike="noStrike" u="none">
                <a:solidFill>
                  <a:srgbClr val="000000"/>
                </a:solidFill>
                <a:effectLst/>
                <a:uFillTx/>
                <a:latin typeface="Arial"/>
              </a:rPr>
              <a:t>FAR 32.104</a:t>
            </a:r>
            <a:endParaRPr b="0" lang="en-IN" sz="1800" strike="noStrike" u="none">
              <a:solidFill>
                <a:srgbClr val="000000"/>
              </a:solidFill>
              <a:effectLst/>
              <a:uFillTx/>
              <a:latin typeface="Arial"/>
            </a:endParaRPr>
          </a:p>
        </p:txBody>
      </p:sp>
      <p:graphicFrame>
        <p:nvGraphicFramePr>
          <p:cNvPr id="81" name=""/>
          <p:cNvGraphicFramePr/>
          <p:nvPr/>
        </p:nvGraphicFramePr>
        <p:xfrm>
          <a:off x="685800" y="3124080"/>
          <a:ext cx="7848720" cy="3181320"/>
        </p:xfrm>
        <a:graphic>
          <a:graphicData uri="http://schemas.openxmlformats.org/drawingml/2006/table">
            <a:tbl>
              <a:tblPr/>
              <a:tblGrid>
                <a:gridCol w="2189160"/>
                <a:gridCol w="1811520"/>
                <a:gridCol w="1885680"/>
                <a:gridCol w="1962360"/>
              </a:tblGrid>
              <a:tr h="762120">
                <a:tc>
                  <a:txBody>
                    <a:bodyPr lIns="90000" rIns="90000" tIns="46800" bIns="468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txBody>
                  <a:tcPr anchor="t" marL="90000" marR="90000">
                    <a:lnL w="13680">
                      <a:solidFill>
                        <a:srgbClr val="000000"/>
                      </a:solidFill>
                      <a:prstDash val="solid"/>
                    </a:lnL>
                    <a:lnR w="5760">
                      <a:solidFill>
                        <a:srgbClr val="000000"/>
                      </a:solidFill>
                      <a:prstDash val="solid"/>
                    </a:lnR>
                    <a:lnT w="13680">
                      <a:solidFill>
                        <a:srgbClr val="000000"/>
                      </a:solidFill>
                      <a:prstDash val="solid"/>
                    </a:lnT>
                    <a:lnB w="5760">
                      <a:solidFill>
                        <a:srgbClr val="000000"/>
                      </a:solidFill>
                      <a:prstDash val="solid"/>
                    </a:lnB>
                    <a:noFill/>
                  </a:tcPr>
                </a:tc>
                <a:tc>
                  <a:txBody>
                    <a:bodyPr lIns="90000" rIns="90000" tIns="46800" bIns="468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Large Business</a:t>
                      </a:r>
                      <a:r>
                        <a:rPr b="0" lang="en-IN" sz="1800" strike="noStrike" u="none">
                          <a:solidFill>
                            <a:srgbClr val="000000"/>
                          </a:solidFill>
                          <a:effectLst/>
                          <a:uFillTx/>
                          <a:latin typeface="Arial"/>
                        </a:rPr>
                        <a:t> </a:t>
                      </a:r>
                      <a:endParaRPr b="0" lang="en-IN" sz="1800" strike="noStrike" u="none">
                        <a:solidFill>
                          <a:srgbClr val="000000"/>
                        </a:solidFill>
                        <a:effectLst/>
                        <a:uFillTx/>
                        <a:latin typeface="Arial"/>
                      </a:endParaRPr>
                    </a:p>
                  </a:txBody>
                  <a:tcPr anchor="t" marL="90000" marR="90000">
                    <a:lnL w="5760">
                      <a:solidFill>
                        <a:srgbClr val="000000"/>
                      </a:solidFill>
                      <a:prstDash val="solid"/>
                    </a:lnL>
                    <a:lnR w="5760">
                      <a:solidFill>
                        <a:srgbClr val="000000"/>
                      </a:solidFill>
                      <a:prstDash val="solid"/>
                    </a:lnR>
                    <a:lnT w="13680">
                      <a:solidFill>
                        <a:srgbClr val="000000"/>
                      </a:solidFill>
                      <a:prstDash val="solid"/>
                    </a:lnT>
                    <a:lnB w="5760">
                      <a:solidFill>
                        <a:srgbClr val="000000"/>
                      </a:solidFill>
                      <a:prstDash val="solid"/>
                    </a:lnB>
                    <a:noFill/>
                  </a:tcPr>
                </a:tc>
                <a:tc>
                  <a:txBody>
                    <a:bodyPr lIns="90000" rIns="90000" tIns="46800" bIns="468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Small</a:t>
                      </a:r>
                      <a:endParaRPr b="0" lang="en-IN" sz="1800" strike="noStrike" u="none">
                        <a:solidFill>
                          <a:srgbClr val="000000"/>
                        </a:solidFill>
                        <a:effectLst/>
                        <a:uFillTx/>
                        <a:latin typeface="Arial"/>
                      </a:endParaRPr>
                    </a:p>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Business</a:t>
                      </a:r>
                      <a:r>
                        <a:rPr b="0" lang="en-IN" sz="1800" strike="noStrike" u="none">
                          <a:solidFill>
                            <a:srgbClr val="000000"/>
                          </a:solidFill>
                          <a:effectLst/>
                          <a:uFillTx/>
                          <a:latin typeface="Arial"/>
                        </a:rPr>
                        <a:t> </a:t>
                      </a:r>
                      <a:endParaRPr b="0" lang="en-IN" sz="1800" strike="noStrike" u="none">
                        <a:solidFill>
                          <a:srgbClr val="000000"/>
                        </a:solidFill>
                        <a:effectLst/>
                        <a:uFillTx/>
                        <a:latin typeface="Arial"/>
                      </a:endParaRPr>
                    </a:p>
                  </a:txBody>
                  <a:tcPr anchor="t" marL="90000" marR="90000">
                    <a:lnL w="5760">
                      <a:solidFill>
                        <a:srgbClr val="000000"/>
                      </a:solidFill>
                      <a:prstDash val="solid"/>
                    </a:lnL>
                    <a:lnR w="5760">
                      <a:solidFill>
                        <a:srgbClr val="000000"/>
                      </a:solidFill>
                      <a:prstDash val="solid"/>
                    </a:lnR>
                    <a:lnT w="13680">
                      <a:solidFill>
                        <a:srgbClr val="000000"/>
                      </a:solidFill>
                      <a:prstDash val="solid"/>
                    </a:lnT>
                    <a:lnB w="5760">
                      <a:solidFill>
                        <a:srgbClr val="000000"/>
                      </a:solidFill>
                      <a:prstDash val="solid"/>
                    </a:lnB>
                    <a:noFill/>
                  </a:tcPr>
                </a:tc>
                <a:tc>
                  <a:txBody>
                    <a:bodyPr lIns="90000" rIns="90000" tIns="46800" bIns="468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Small Disadvantage</a:t>
                      </a:r>
                      <a:r>
                        <a:rPr b="0" lang="en-IN" sz="1800" strike="noStrike" u="none">
                          <a:solidFill>
                            <a:srgbClr val="000000"/>
                          </a:solidFill>
                          <a:effectLst/>
                          <a:uFillTx/>
                          <a:latin typeface="Arial"/>
                        </a:rPr>
                        <a:t> </a:t>
                      </a:r>
                      <a:endParaRPr b="0" lang="en-IN" sz="1800" strike="noStrike" u="none">
                        <a:solidFill>
                          <a:srgbClr val="000000"/>
                        </a:solidFill>
                        <a:effectLst/>
                        <a:uFillTx/>
                        <a:latin typeface="Arial"/>
                      </a:endParaRPr>
                    </a:p>
                  </a:txBody>
                  <a:tcPr anchor="t" marL="90000" marR="90000">
                    <a:lnL w="5760">
                      <a:solidFill>
                        <a:srgbClr val="000000"/>
                      </a:solidFill>
                      <a:prstDash val="solid"/>
                    </a:lnL>
                    <a:lnR w="13680">
                      <a:solidFill>
                        <a:srgbClr val="000000"/>
                      </a:solidFill>
                      <a:prstDash val="solid"/>
                    </a:lnR>
                    <a:lnT w="13680">
                      <a:solidFill>
                        <a:srgbClr val="000000"/>
                      </a:solidFill>
                      <a:prstDash val="solid"/>
                    </a:lnT>
                    <a:lnB w="5760">
                      <a:solidFill>
                        <a:srgbClr val="000000"/>
                      </a:solidFill>
                      <a:prstDash val="solid"/>
                    </a:lnB>
                    <a:noFill/>
                  </a:tcPr>
                </a:tc>
              </a:tr>
              <a:tr h="722880">
                <a:tc>
                  <a:txBody>
                    <a:bodyPr lIns="90000" rIns="90000" tIns="46800" bIns="468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Value of Contract </a:t>
                      </a:r>
                      <a:endParaRPr b="0" lang="en-IN" sz="1800" strike="noStrike" u="none">
                        <a:solidFill>
                          <a:srgbClr val="000000"/>
                        </a:solidFill>
                        <a:effectLst/>
                        <a:uFillTx/>
                        <a:latin typeface="Arial"/>
                      </a:endParaRPr>
                    </a:p>
                  </a:txBody>
                  <a:tcPr anchor="t" marL="90000" marR="90000">
                    <a:lnL w="1368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ahoma"/>
                        </a:rPr>
                        <a:t>$2.5M </a:t>
                      </a:r>
                      <a:endParaRPr b="0" lang="en-IN" sz="1800" strike="noStrike" u="none">
                        <a:solidFill>
                          <a:srgbClr val="000000"/>
                        </a:solidFill>
                        <a:effectLst/>
                        <a:uFillTx/>
                        <a:latin typeface="Arial"/>
                      </a:endParaRPr>
                    </a:p>
                  </a:txBody>
                  <a:tcPr anchor="t"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ahoma"/>
                        </a:rPr>
                        <a:t>$100,000 </a:t>
                      </a:r>
                      <a:endParaRPr b="0" lang="en-IN" sz="1800" strike="noStrike" u="none">
                        <a:solidFill>
                          <a:srgbClr val="000000"/>
                        </a:solidFill>
                        <a:effectLst/>
                        <a:uFillTx/>
                        <a:latin typeface="Arial"/>
                      </a:endParaRPr>
                    </a:p>
                  </a:txBody>
                  <a:tcPr anchor="t"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ahoma"/>
                        </a:rPr>
                        <a:t>$50,000 </a:t>
                      </a:r>
                      <a:endParaRPr b="0" lang="en-IN" sz="1800" strike="noStrike" u="none">
                        <a:solidFill>
                          <a:srgbClr val="000000"/>
                        </a:solidFill>
                        <a:effectLst/>
                        <a:uFillTx/>
                        <a:latin typeface="Arial"/>
                      </a:endParaRPr>
                    </a:p>
                  </a:txBody>
                  <a:tcPr anchor="t" marL="90000" marR="90000">
                    <a:lnL w="5760">
                      <a:solidFill>
                        <a:srgbClr val="000000"/>
                      </a:solidFill>
                      <a:prstDash val="solid"/>
                    </a:lnL>
                    <a:lnR w="13680">
                      <a:solidFill>
                        <a:srgbClr val="000000"/>
                      </a:solidFill>
                      <a:prstDash val="solid"/>
                    </a:lnR>
                    <a:lnT w="5760">
                      <a:solidFill>
                        <a:srgbClr val="000000"/>
                      </a:solidFill>
                      <a:prstDash val="solid"/>
                    </a:lnT>
                    <a:lnB w="5760">
                      <a:solidFill>
                        <a:srgbClr val="000000"/>
                      </a:solidFill>
                      <a:prstDash val="solid"/>
                    </a:lnB>
                    <a:noFill/>
                  </a:tcPr>
                </a:tc>
              </a:tr>
              <a:tr h="722880">
                <a:tc>
                  <a:txBody>
                    <a:bodyPr lIns="90000" rIns="90000" tIns="46800" bIns="468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Lead Time </a:t>
                      </a:r>
                      <a:endParaRPr b="0" lang="en-IN" sz="1800" strike="noStrike" u="none">
                        <a:solidFill>
                          <a:srgbClr val="000000"/>
                        </a:solidFill>
                        <a:effectLst/>
                        <a:uFillTx/>
                        <a:latin typeface="Arial"/>
                      </a:endParaRPr>
                    </a:p>
                  </a:txBody>
                  <a:tcPr anchor="t" marL="90000" marR="90000">
                    <a:lnL w="1368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ahoma"/>
                        </a:rPr>
                        <a:t>6 Months </a:t>
                      </a:r>
                      <a:endParaRPr b="0" lang="en-IN" sz="1800" strike="noStrike" u="none">
                        <a:solidFill>
                          <a:srgbClr val="000000"/>
                        </a:solidFill>
                        <a:effectLst/>
                        <a:uFillTx/>
                        <a:latin typeface="Arial"/>
                      </a:endParaRPr>
                    </a:p>
                  </a:txBody>
                  <a:tcPr anchor="t"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ahoma"/>
                        </a:rPr>
                        <a:t>4 Months </a:t>
                      </a:r>
                      <a:endParaRPr b="0" lang="en-IN" sz="1800" strike="noStrike" u="none">
                        <a:solidFill>
                          <a:srgbClr val="000000"/>
                        </a:solidFill>
                        <a:effectLst/>
                        <a:uFillTx/>
                        <a:latin typeface="Arial"/>
                      </a:endParaRPr>
                    </a:p>
                  </a:txBody>
                  <a:tcPr anchor="t"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ahoma"/>
                        </a:rPr>
                        <a:t>4 Months </a:t>
                      </a:r>
                      <a:endParaRPr b="0" lang="en-IN" sz="1800" strike="noStrike" u="none">
                        <a:solidFill>
                          <a:srgbClr val="000000"/>
                        </a:solidFill>
                        <a:effectLst/>
                        <a:uFillTx/>
                        <a:latin typeface="Arial"/>
                      </a:endParaRPr>
                    </a:p>
                  </a:txBody>
                  <a:tcPr anchor="t" marL="90000" marR="90000">
                    <a:lnL w="5760">
                      <a:solidFill>
                        <a:srgbClr val="000000"/>
                      </a:solidFill>
                      <a:prstDash val="solid"/>
                    </a:lnL>
                    <a:lnR w="13680">
                      <a:solidFill>
                        <a:srgbClr val="000000"/>
                      </a:solidFill>
                      <a:prstDash val="solid"/>
                    </a:lnR>
                    <a:lnT w="5760">
                      <a:solidFill>
                        <a:srgbClr val="000000"/>
                      </a:solidFill>
                      <a:prstDash val="solid"/>
                    </a:lnT>
                    <a:lnB w="5760">
                      <a:solidFill>
                        <a:srgbClr val="000000"/>
                      </a:solidFill>
                      <a:prstDash val="solid"/>
                    </a:lnB>
                    <a:noFill/>
                  </a:tcPr>
                </a:tc>
              </a:tr>
              <a:tr h="974160">
                <a:tc>
                  <a:txBody>
                    <a:bodyPr lIns="90000" rIns="90000" tIns="46800" bIns="468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Payment Rates</a:t>
                      </a:r>
                      <a:endParaRPr b="0" lang="en-IN" sz="1800" strike="noStrike" u="none">
                        <a:solidFill>
                          <a:srgbClr val="000000"/>
                        </a:solidFill>
                        <a:effectLst/>
                        <a:uFillTx/>
                        <a:latin typeface="Arial"/>
                      </a:endParaRPr>
                    </a:p>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(Percentage of Cost) </a:t>
                      </a:r>
                      <a:endParaRPr b="0" lang="en-IN" sz="1800" strike="noStrike" u="none">
                        <a:solidFill>
                          <a:srgbClr val="000000"/>
                        </a:solidFill>
                        <a:effectLst/>
                        <a:uFillTx/>
                        <a:latin typeface="Arial"/>
                      </a:endParaRPr>
                    </a:p>
                  </a:txBody>
                  <a:tcPr anchor="t" marL="90000" marR="90000">
                    <a:lnL w="13680">
                      <a:solidFill>
                        <a:srgbClr val="000000"/>
                      </a:solidFill>
                      <a:prstDash val="solid"/>
                    </a:lnL>
                    <a:lnR w="5760">
                      <a:solidFill>
                        <a:srgbClr val="000000"/>
                      </a:solidFill>
                      <a:prstDash val="solid"/>
                    </a:lnR>
                    <a:lnT w="5760">
                      <a:solidFill>
                        <a:srgbClr val="000000"/>
                      </a:solidFill>
                      <a:prstDash val="solid"/>
                    </a:lnT>
                    <a:lnB w="13680">
                      <a:solidFill>
                        <a:srgbClr val="000000"/>
                      </a:solidFill>
                      <a:prstDash val="solid"/>
                    </a:lnB>
                    <a:noFill/>
                  </a:tcPr>
                </a:tc>
                <a:tc>
                  <a:txBody>
                    <a:bodyPr lIns="90000" rIns="90000" tIns="46800" bIns="468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ahoma"/>
                        </a:rPr>
                        <a:t>80% </a:t>
                      </a:r>
                      <a:endParaRPr b="0" lang="en-IN" sz="1800" strike="noStrike" u="none">
                        <a:solidFill>
                          <a:srgbClr val="000000"/>
                        </a:solidFill>
                        <a:effectLst/>
                        <a:uFillTx/>
                        <a:latin typeface="Arial"/>
                      </a:endParaRPr>
                    </a:p>
                  </a:txBody>
                  <a:tcPr anchor="t" marL="90000" marR="90000">
                    <a:lnL w="5760">
                      <a:solidFill>
                        <a:srgbClr val="000000"/>
                      </a:solidFill>
                      <a:prstDash val="solid"/>
                    </a:lnL>
                    <a:lnR w="5760">
                      <a:solidFill>
                        <a:srgbClr val="000000"/>
                      </a:solidFill>
                      <a:prstDash val="solid"/>
                    </a:lnR>
                    <a:lnT w="5760">
                      <a:solidFill>
                        <a:srgbClr val="000000"/>
                      </a:solidFill>
                      <a:prstDash val="solid"/>
                    </a:lnT>
                    <a:lnB w="13680">
                      <a:solidFill>
                        <a:srgbClr val="000000"/>
                      </a:solidFill>
                      <a:prstDash val="solid"/>
                    </a:lnB>
                    <a:noFill/>
                  </a:tcPr>
                </a:tc>
                <a:tc>
                  <a:txBody>
                    <a:bodyPr lIns="90000" rIns="90000" tIns="46800" bIns="468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ahoma"/>
                        </a:rPr>
                        <a:t>85% </a:t>
                      </a:r>
                      <a:endParaRPr b="0" lang="en-IN" sz="1800" strike="noStrike" u="none">
                        <a:solidFill>
                          <a:srgbClr val="000000"/>
                        </a:solidFill>
                        <a:effectLst/>
                        <a:uFillTx/>
                        <a:latin typeface="Arial"/>
                      </a:endParaRPr>
                    </a:p>
                  </a:txBody>
                  <a:tcPr anchor="t" marL="90000" marR="90000">
                    <a:lnL w="5760">
                      <a:solidFill>
                        <a:srgbClr val="000000"/>
                      </a:solidFill>
                      <a:prstDash val="solid"/>
                    </a:lnL>
                    <a:lnR w="5760">
                      <a:solidFill>
                        <a:srgbClr val="000000"/>
                      </a:solidFill>
                      <a:prstDash val="solid"/>
                    </a:lnR>
                    <a:lnT w="5760">
                      <a:solidFill>
                        <a:srgbClr val="000000"/>
                      </a:solidFill>
                      <a:prstDash val="solid"/>
                    </a:lnT>
                    <a:lnB w="13680">
                      <a:solidFill>
                        <a:srgbClr val="000000"/>
                      </a:solidFill>
                      <a:prstDash val="solid"/>
                    </a:lnB>
                    <a:noFill/>
                  </a:tcPr>
                </a:tc>
                <a:tc>
                  <a:txBody>
                    <a:bodyPr lIns="90000" rIns="90000" tIns="46800" bIns="468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ahoma"/>
                        </a:rPr>
                        <a:t>90% </a:t>
                      </a:r>
                      <a:endParaRPr b="0" lang="en-IN" sz="1800" strike="noStrike" u="none">
                        <a:solidFill>
                          <a:srgbClr val="000000"/>
                        </a:solidFill>
                        <a:effectLst/>
                        <a:uFillTx/>
                        <a:latin typeface="Arial"/>
                      </a:endParaRPr>
                    </a:p>
                  </a:txBody>
                  <a:tcPr anchor="t" marL="90000" marR="90000">
                    <a:lnL w="5760">
                      <a:solidFill>
                        <a:srgbClr val="000000"/>
                      </a:solidFill>
                      <a:prstDash val="solid"/>
                    </a:lnL>
                    <a:lnR w="13680">
                      <a:solidFill>
                        <a:srgbClr val="000000"/>
                      </a:solidFill>
                      <a:prstDash val="solid"/>
                    </a:lnR>
                    <a:lnT w="5760">
                      <a:solidFill>
                        <a:srgbClr val="000000"/>
                      </a:solidFill>
                      <a:prstDash val="solid"/>
                    </a:lnT>
                    <a:lnB w="13680">
                      <a:solidFill>
                        <a:srgbClr val="000000"/>
                      </a:solidFill>
                      <a:prstDash val="solid"/>
                    </a:lnB>
                    <a:noFill/>
                  </a:tcPr>
                </a:tc>
              </a:tr>
            </a:tbl>
          </a:graphicData>
        </a:graphic>
      </p:graphicFrame>
      <p:sp>
        <p:nvSpPr>
          <p:cNvPr id="4" name="PlaceHolder 3"/>
          <p:cNvSpPr>
            <a:spLocks noGrp="1"/>
          </p:cNvSpPr>
          <p:nvPr>
            <p:ph type="sldNum" idx="3"/>
          </p:nvPr>
        </p:nvSpPr>
        <p:spPr/>
        <p:txBody>
          <a:bodyPr/>
          <a:p>
            <a:fld id="{D77C44FF-EDC5-43BF-8A7A-EB325737AF3D}"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 name="PlaceHolder 1"/>
          <p:cNvSpPr>
            <a:spLocks noGrp="1"/>
          </p:cNvSpPr>
          <p:nvPr>
            <p:ph type="title"/>
          </p:nvPr>
        </p:nvSpPr>
        <p:spPr>
          <a:xfrm>
            <a:off x="1295280" y="671040"/>
            <a:ext cx="1905120" cy="776520"/>
          </a:xfrm>
          <a:prstGeom prst="rect">
            <a:avLst/>
          </a:prstGeom>
          <a:noFill/>
          <a:ln w="0">
            <a:noFill/>
          </a:ln>
        </p:spPr>
        <p:txBody>
          <a:bodyPr lIns="90000" rIns="90000" tIns="46800" bIns="46800" anchor="b">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333399"/>
                </a:solidFill>
                <a:effectLst/>
                <a:uFillTx/>
                <a:latin typeface="Arial"/>
              </a:rPr>
              <a:t>Risks</a:t>
            </a:r>
            <a:endParaRPr b="0" lang="en-IN" sz="3600" strike="noStrike" u="none">
              <a:solidFill>
                <a:srgbClr val="333399"/>
              </a:solidFill>
              <a:effectLst/>
              <a:uFillTx/>
              <a:latin typeface="Tahoma"/>
            </a:endParaRPr>
          </a:p>
        </p:txBody>
      </p:sp>
      <p:sp>
        <p:nvSpPr>
          <p:cNvPr id="83" name="PlaceHolder 2"/>
          <p:cNvSpPr>
            <a:spLocks noGrp="1"/>
          </p:cNvSpPr>
          <p:nvPr>
            <p:ph/>
          </p:nvPr>
        </p:nvSpPr>
        <p:spPr>
          <a:xfrm>
            <a:off x="914400" y="2666520"/>
            <a:ext cx="7122960" cy="3124440"/>
          </a:xfrm>
          <a:prstGeom prst="rect">
            <a:avLst/>
          </a:prstGeom>
          <a:noFill/>
          <a:ln w="0">
            <a:noFill/>
          </a:ln>
        </p:spPr>
        <p:txBody>
          <a:bodyPr lIns="90000" rIns="90000" tIns="46800" bIns="46800" anchor="t">
            <a:normAutofit/>
          </a:bodyPr>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	</a:t>
            </a:r>
            <a:r>
              <a:rPr b="0" lang="en-IN" sz="2400" strike="noStrike" u="none">
                <a:solidFill>
                  <a:srgbClr val="ff0000"/>
                </a:solidFill>
                <a:effectLst/>
                <a:uFillTx/>
                <a:latin typeface="Arial"/>
              </a:rPr>
              <a:t>In establishing contract financing terms, the contracting officer must be aware of certain risks</a:t>
            </a:r>
            <a:endParaRPr b="0" lang="en-IN" sz="2400" strike="noStrike" u="none">
              <a:solidFill>
                <a:srgbClr val="000000"/>
              </a:solidFill>
              <a:effectLst/>
              <a:uFillTx/>
              <a:latin typeface="Tahoma"/>
            </a:endParaRPr>
          </a:p>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ahoma"/>
            </a:endParaRPr>
          </a:p>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When the Government decides to finance a procurement, it assumes both repayment and non-performance risks</a:t>
            </a:r>
            <a:endParaRPr b="0" lang="en-IN" sz="2400" strike="noStrike" u="none">
              <a:solidFill>
                <a:srgbClr val="000000"/>
              </a:solidFill>
              <a:effectLst/>
              <a:uFillTx/>
              <a:latin typeface="Tahoma"/>
            </a:endParaRPr>
          </a:p>
        </p:txBody>
      </p:sp>
      <p:pic>
        <p:nvPicPr>
          <p:cNvPr id="84" name="" descr=""/>
          <p:cNvPicPr/>
          <p:nvPr/>
        </p:nvPicPr>
        <p:blipFill>
          <a:blip r:embed="rId1"/>
          <a:stretch/>
        </p:blipFill>
        <p:spPr>
          <a:xfrm>
            <a:off x="6781680" y="380880"/>
            <a:ext cx="1905120" cy="1852560"/>
          </a:xfrm>
          <a:prstGeom prst="rect">
            <a:avLst/>
          </a:prstGeom>
          <a:noFill/>
          <a:ln w="0">
            <a:noFill/>
          </a:ln>
        </p:spPr>
      </p:pic>
      <p:sp>
        <p:nvSpPr>
          <p:cNvPr id="4" name="PlaceHolder 3"/>
          <p:cNvSpPr>
            <a:spLocks noGrp="1"/>
          </p:cNvSpPr>
          <p:nvPr>
            <p:ph type="sldNum" idx="3"/>
          </p:nvPr>
        </p:nvSpPr>
        <p:spPr/>
        <p:txBody>
          <a:bodyPr/>
          <a:p>
            <a:fld id="{CF211CC1-CE70-4125-968B-6652DB98D5CB}"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5" name="PlaceHolder 1"/>
          <p:cNvSpPr>
            <a:spLocks noGrp="1"/>
          </p:cNvSpPr>
          <p:nvPr>
            <p:ph type="title"/>
          </p:nvPr>
        </p:nvSpPr>
        <p:spPr>
          <a:xfrm>
            <a:off x="1455480" y="533520"/>
            <a:ext cx="3878280" cy="838080"/>
          </a:xfrm>
          <a:prstGeom prst="rect">
            <a:avLst/>
          </a:prstGeom>
          <a:noFill/>
          <a:ln w="0">
            <a:noFill/>
          </a:ln>
        </p:spPr>
        <p:txBody>
          <a:bodyPr lIns="90000" rIns="90000" tIns="46800" bIns="46800" anchor="b">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333399"/>
                </a:solidFill>
                <a:effectLst/>
                <a:uFillTx/>
                <a:latin typeface="Arial"/>
              </a:rPr>
              <a:t>Mitigate Risks</a:t>
            </a:r>
            <a:endParaRPr b="0" lang="en-IN" sz="3600" strike="noStrike" u="none">
              <a:solidFill>
                <a:srgbClr val="333399"/>
              </a:solidFill>
              <a:effectLst/>
              <a:uFillTx/>
              <a:latin typeface="Tahoma"/>
            </a:endParaRPr>
          </a:p>
        </p:txBody>
      </p:sp>
      <p:sp>
        <p:nvSpPr>
          <p:cNvPr id="86" name="PlaceHolder 2"/>
          <p:cNvSpPr>
            <a:spLocks noGrp="1"/>
          </p:cNvSpPr>
          <p:nvPr>
            <p:ph/>
          </p:nvPr>
        </p:nvSpPr>
        <p:spPr>
          <a:xfrm>
            <a:off x="1218960" y="2133720"/>
            <a:ext cx="7427880" cy="4078080"/>
          </a:xfrm>
          <a:prstGeom prst="rect">
            <a:avLst/>
          </a:prstGeom>
          <a:noFill/>
          <a:ln w="0">
            <a:noFill/>
          </a:ln>
        </p:spPr>
        <p:txBody>
          <a:bodyPr lIns="90000" rIns="90000" tIns="46800" bIns="46800" anchor="t">
            <a:normAutofit/>
          </a:bodyPr>
          <a:p>
            <a:pPr marL="343080" indent="-343080">
              <a:lnSpc>
                <a:spcPct val="8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ahoma"/>
            </a:endParaRPr>
          </a:p>
          <a:p>
            <a:pPr marL="343080" indent="-343080">
              <a:lnSpc>
                <a:spcPct val="8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Repayment Risks can be mitigated by using security provisions in the solicitation and clauses in the contract</a:t>
            </a:r>
            <a:endParaRPr b="0" lang="en-IN" sz="2400" strike="noStrike" u="none">
              <a:solidFill>
                <a:srgbClr val="000000"/>
              </a:solidFill>
              <a:effectLst/>
              <a:uFillTx/>
              <a:latin typeface="Tahoma"/>
            </a:endParaRPr>
          </a:p>
          <a:p>
            <a:pPr marL="343080" indent="-343080">
              <a:lnSpc>
                <a:spcPct val="8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ahoma"/>
            </a:endParaRPr>
          </a:p>
          <a:p>
            <a:pPr marL="343080" indent="-343080">
              <a:lnSpc>
                <a:spcPct val="8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Nonperformance risks can be minimized by selecting the appropriate contractor and assuring that the financing method fits the procurement</a:t>
            </a:r>
            <a:endParaRPr b="0" lang="en-IN" sz="2400" strike="noStrike" u="none">
              <a:solidFill>
                <a:srgbClr val="000000"/>
              </a:solidFill>
              <a:effectLst/>
              <a:uFillTx/>
              <a:latin typeface="Tahoma"/>
            </a:endParaRPr>
          </a:p>
          <a:p>
            <a:pPr marL="343080" indent="0">
              <a:lnSpc>
                <a:spcPct val="8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ahoma"/>
            </a:endParaRPr>
          </a:p>
          <a:p>
            <a:pPr marL="343080" indent="-343080">
              <a:lnSpc>
                <a:spcPct val="8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Repayment and nonperformance risks can be considerably lowered by requiring security</a:t>
            </a:r>
            <a:endParaRPr b="0" lang="en-IN" sz="2400" strike="noStrike" u="none">
              <a:solidFill>
                <a:srgbClr val="000000"/>
              </a:solidFill>
              <a:effectLst/>
              <a:uFillTx/>
              <a:latin typeface="Tahoma"/>
            </a:endParaRPr>
          </a:p>
          <a:p>
            <a:pPr marL="343080" indent="0">
              <a:lnSpc>
                <a:spcPct val="8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ahoma"/>
            </a:endParaRPr>
          </a:p>
        </p:txBody>
      </p:sp>
      <p:pic>
        <p:nvPicPr>
          <p:cNvPr id="87" name="" descr=""/>
          <p:cNvPicPr/>
          <p:nvPr/>
        </p:nvPicPr>
        <p:blipFill>
          <a:blip r:embed="rId1"/>
          <a:stretch/>
        </p:blipFill>
        <p:spPr>
          <a:xfrm>
            <a:off x="228600" y="2743200"/>
            <a:ext cx="838080" cy="2819520"/>
          </a:xfrm>
          <a:prstGeom prst="rect">
            <a:avLst/>
          </a:prstGeom>
          <a:noFill/>
          <a:ln w="0">
            <a:noFill/>
          </a:ln>
        </p:spPr>
      </p:pic>
      <p:pic>
        <p:nvPicPr>
          <p:cNvPr id="88" name="" descr=""/>
          <p:cNvPicPr/>
          <p:nvPr/>
        </p:nvPicPr>
        <p:blipFill>
          <a:blip r:embed="rId2"/>
          <a:stretch/>
        </p:blipFill>
        <p:spPr>
          <a:xfrm>
            <a:off x="6553080" y="480960"/>
            <a:ext cx="1886040" cy="1384200"/>
          </a:xfrm>
          <a:prstGeom prst="rect">
            <a:avLst/>
          </a:prstGeom>
          <a:noFill/>
          <a:ln w="0">
            <a:noFill/>
          </a:ln>
        </p:spPr>
      </p:pic>
      <p:sp>
        <p:nvSpPr>
          <p:cNvPr id="4" name="PlaceHolder 3"/>
          <p:cNvSpPr>
            <a:spLocks noGrp="1"/>
          </p:cNvSpPr>
          <p:nvPr>
            <p:ph type="sldNum" idx="3"/>
          </p:nvPr>
        </p:nvSpPr>
        <p:spPr/>
        <p:txBody>
          <a:bodyPr/>
          <a:p>
            <a:fld id="{3CBD46F7-17A9-492D-A032-EA551A7CF499}"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9" name="PlaceHolder 1"/>
          <p:cNvSpPr>
            <a:spLocks noGrp="1"/>
          </p:cNvSpPr>
          <p:nvPr>
            <p:ph type="title"/>
          </p:nvPr>
        </p:nvSpPr>
        <p:spPr>
          <a:xfrm>
            <a:off x="1523520" y="761760"/>
            <a:ext cx="6324840" cy="609480"/>
          </a:xfrm>
          <a:prstGeom prst="rect">
            <a:avLst/>
          </a:prstGeom>
          <a:noFill/>
          <a:ln w="0">
            <a:noFill/>
          </a:ln>
        </p:spPr>
        <p:txBody>
          <a:bodyPr lIns="90000" rIns="90000" tIns="46800" bIns="46800" anchor="b">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333399"/>
                </a:solidFill>
                <a:effectLst/>
                <a:uFillTx/>
                <a:latin typeface="Arial"/>
              </a:rPr>
              <a:t>Types of Security</a:t>
            </a:r>
            <a:endParaRPr b="0" lang="en-IN" sz="3600" strike="noStrike" u="none">
              <a:solidFill>
                <a:srgbClr val="333399"/>
              </a:solidFill>
              <a:effectLst/>
              <a:uFillTx/>
              <a:latin typeface="Tahoma"/>
            </a:endParaRPr>
          </a:p>
        </p:txBody>
      </p:sp>
      <p:sp>
        <p:nvSpPr>
          <p:cNvPr id="90" name="PlaceHolder 2"/>
          <p:cNvSpPr>
            <a:spLocks noGrp="1"/>
          </p:cNvSpPr>
          <p:nvPr>
            <p:ph/>
          </p:nvPr>
        </p:nvSpPr>
        <p:spPr>
          <a:xfrm>
            <a:off x="609480" y="2438280"/>
            <a:ext cx="7925040" cy="3810240"/>
          </a:xfrm>
          <a:prstGeom prst="rect">
            <a:avLst/>
          </a:prstGeom>
          <a:noFill/>
          <a:ln w="0">
            <a:noFill/>
          </a:ln>
        </p:spPr>
        <p:txBody>
          <a:bodyPr lIns="90000" rIns="90000" tIns="46800" bIns="46800" anchor="t">
            <a:normAutofit/>
          </a:bodyPr>
          <a:p>
            <a:pPr marL="343080" indent="-343080">
              <a:lnSpc>
                <a:spcPct val="12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The offeror’s financial condition is a type of security</a:t>
            </a:r>
            <a:endParaRPr b="0" lang="en-IN" sz="2400" strike="noStrike" u="none">
              <a:solidFill>
                <a:srgbClr val="000000"/>
              </a:solidFill>
              <a:effectLst/>
              <a:uFillTx/>
              <a:latin typeface="Tahoma"/>
            </a:endParaRPr>
          </a:p>
          <a:p>
            <a:pPr marL="343080" indent="0">
              <a:lnSpc>
                <a:spcPct val="5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ahoma"/>
            </a:endParaRPr>
          </a:p>
          <a:p>
            <a:pPr marL="343080" indent="-343080">
              <a:lnSpc>
                <a:spcPct val="5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Paramount lien on specified assets </a:t>
            </a:r>
            <a:endParaRPr b="0" lang="en-IN" sz="2400" strike="noStrike" u="none">
              <a:solidFill>
                <a:srgbClr val="000000"/>
              </a:solidFill>
              <a:effectLst/>
              <a:uFillTx/>
              <a:latin typeface="Tahoma"/>
            </a:endParaRPr>
          </a:p>
          <a:p>
            <a:pPr marL="343080" indent="-343080">
              <a:lnSpc>
                <a:spcPct val="12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Irrevocable letters of credit from a Federally insured financial institution</a:t>
            </a:r>
            <a:endParaRPr b="0" lang="en-IN" sz="2400" strike="noStrike" u="none">
              <a:solidFill>
                <a:srgbClr val="000000"/>
              </a:solidFill>
              <a:effectLst/>
              <a:uFillTx/>
              <a:latin typeface="Tahoma"/>
            </a:endParaRPr>
          </a:p>
          <a:p>
            <a:pPr marL="343080" indent="-343080">
              <a:lnSpc>
                <a:spcPct val="12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A bond from an acceptable surety </a:t>
            </a:r>
            <a:endParaRPr b="0" lang="en-IN" sz="2400" strike="noStrike" u="none">
              <a:solidFill>
                <a:srgbClr val="000000"/>
              </a:solidFill>
              <a:effectLst/>
              <a:uFillTx/>
              <a:latin typeface="Tahoma"/>
            </a:endParaRPr>
          </a:p>
          <a:p>
            <a:pPr marL="343080" indent="-343080">
              <a:lnSpc>
                <a:spcPct val="9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Other assets described in </a:t>
            </a:r>
            <a:r>
              <a:rPr b="1" lang="en-IN" sz="2400" strike="noStrike" u="none">
                <a:solidFill>
                  <a:srgbClr val="000000"/>
                </a:solidFill>
                <a:effectLst/>
                <a:uFillTx/>
                <a:latin typeface="Arial"/>
              </a:rPr>
              <a:t>FAR parts 28.203-2, 28.203-3, and 28.204</a:t>
            </a:r>
            <a:endParaRPr b="0" lang="en-IN" sz="2400" strike="noStrike" u="none">
              <a:solidFill>
                <a:srgbClr val="000000"/>
              </a:solidFill>
              <a:effectLst/>
              <a:uFillTx/>
              <a:latin typeface="Tahoma"/>
            </a:endParaRPr>
          </a:p>
          <a:p>
            <a:pPr marL="343080" indent="0">
              <a:lnSpc>
                <a:spcPct val="12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ahoma"/>
            </a:endParaRPr>
          </a:p>
        </p:txBody>
      </p:sp>
      <p:pic>
        <p:nvPicPr>
          <p:cNvPr id="91" name="" descr=""/>
          <p:cNvPicPr/>
          <p:nvPr/>
        </p:nvPicPr>
        <p:blipFill>
          <a:blip r:embed="rId1"/>
          <a:stretch/>
        </p:blipFill>
        <p:spPr>
          <a:xfrm>
            <a:off x="7238880" y="380880"/>
            <a:ext cx="1325520" cy="1808280"/>
          </a:xfrm>
          <a:prstGeom prst="rect">
            <a:avLst/>
          </a:prstGeom>
          <a:noFill/>
          <a:ln w="0">
            <a:noFill/>
          </a:ln>
        </p:spPr>
      </p:pic>
      <p:sp>
        <p:nvSpPr>
          <p:cNvPr id="4" name="PlaceHolder 3"/>
          <p:cNvSpPr>
            <a:spLocks noGrp="1"/>
          </p:cNvSpPr>
          <p:nvPr>
            <p:ph type="sldNum" idx="3"/>
          </p:nvPr>
        </p:nvSpPr>
        <p:spPr/>
        <p:txBody>
          <a:bodyPr/>
          <a:p>
            <a:fld id="{32EB0AF4-FB13-4AA3-9C6F-8D8B4D9E653F}"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2" name="PlaceHolder 1"/>
          <p:cNvSpPr>
            <a:spLocks noGrp="1"/>
          </p:cNvSpPr>
          <p:nvPr>
            <p:ph type="title"/>
          </p:nvPr>
        </p:nvSpPr>
        <p:spPr>
          <a:xfrm>
            <a:off x="990720" y="228600"/>
            <a:ext cx="7191360" cy="1295280"/>
          </a:xfrm>
          <a:prstGeom prst="rect">
            <a:avLst/>
          </a:prstGeom>
          <a:noFill/>
          <a:ln w="0">
            <a:noFill/>
          </a:ln>
        </p:spPr>
        <p:txBody>
          <a:bodyPr lIns="90000" rIns="90000" tIns="46800" bIns="46800" anchor="b">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333399"/>
                </a:solidFill>
                <a:effectLst/>
                <a:uFillTx/>
                <a:latin typeface="Arial"/>
              </a:rPr>
              <a:t>Types of Financing for </a:t>
            </a:r>
            <a:br>
              <a:rPr sz="3600"/>
            </a:br>
            <a:r>
              <a:rPr b="0" lang="en-IN" sz="3600" strike="noStrike" u="none">
                <a:solidFill>
                  <a:srgbClr val="333399"/>
                </a:solidFill>
                <a:effectLst/>
                <a:uFillTx/>
                <a:latin typeface="Arial"/>
              </a:rPr>
              <a:t>Non-commercial Items</a:t>
            </a:r>
            <a:endParaRPr b="0" lang="en-IN" sz="3600" strike="noStrike" u="none">
              <a:solidFill>
                <a:srgbClr val="333399"/>
              </a:solidFill>
              <a:effectLst/>
              <a:uFillTx/>
              <a:latin typeface="Tahoma"/>
            </a:endParaRPr>
          </a:p>
        </p:txBody>
      </p:sp>
      <p:sp>
        <p:nvSpPr>
          <p:cNvPr id="93" name="PlaceHolder 2"/>
          <p:cNvSpPr>
            <a:spLocks noGrp="1"/>
          </p:cNvSpPr>
          <p:nvPr>
            <p:ph/>
          </p:nvPr>
        </p:nvSpPr>
        <p:spPr>
          <a:xfrm>
            <a:off x="762120" y="1828440"/>
            <a:ext cx="7619760" cy="3809880"/>
          </a:xfrm>
          <a:prstGeom prst="rect">
            <a:avLst/>
          </a:prstGeom>
          <a:noFill/>
          <a:ln w="0">
            <a:noFill/>
          </a:ln>
        </p:spPr>
        <p:txBody>
          <a:bodyPr lIns="90000" rIns="90000" tIns="46800" bIns="46800" anchor="t">
            <a:normAutofit/>
          </a:bodyPr>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ahoma"/>
            </a:endParaRPr>
          </a:p>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cf01"/>
                </a:solidFill>
                <a:effectLst/>
                <a:uFillTx/>
                <a:latin typeface="Arial"/>
              </a:rPr>
              <a:t>Order of Preference</a:t>
            </a:r>
            <a:endParaRPr b="0" lang="en-IN" sz="2400" strike="noStrike" u="none">
              <a:solidFill>
                <a:srgbClr val="000000"/>
              </a:solidFill>
              <a:effectLst/>
              <a:uFillTx/>
              <a:latin typeface="Tahoma"/>
            </a:endParaRPr>
          </a:p>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ahoma"/>
            </a:endParaRPr>
          </a:p>
          <a:p>
            <a:pPr marL="343080" indent="-343080">
              <a:lnSpc>
                <a:spcPct val="10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Private Funding without a Govt Guarantee</a:t>
            </a:r>
            <a:endParaRPr b="0" lang="en-IN" sz="2400" strike="noStrike" u="none">
              <a:solidFill>
                <a:srgbClr val="000000"/>
              </a:solidFill>
              <a:effectLst/>
              <a:uFillTx/>
              <a:latin typeface="Tahoma"/>
            </a:endParaRPr>
          </a:p>
          <a:p>
            <a:pPr marL="343080" indent="-343080">
              <a:lnSpc>
                <a:spcPct val="10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Customary Contract Financing</a:t>
            </a:r>
            <a:endParaRPr b="0" lang="en-IN" sz="2400" strike="noStrike" u="none">
              <a:solidFill>
                <a:srgbClr val="000000"/>
              </a:solidFill>
              <a:effectLst/>
              <a:uFillTx/>
              <a:latin typeface="Tahoma"/>
            </a:endParaRPr>
          </a:p>
          <a:p>
            <a:pPr marL="343080" indent="-343080">
              <a:lnSpc>
                <a:spcPct val="10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Loan Guarantees</a:t>
            </a:r>
            <a:endParaRPr b="0" lang="en-IN" sz="2400" strike="noStrike" u="none">
              <a:solidFill>
                <a:srgbClr val="000000"/>
              </a:solidFill>
              <a:effectLst/>
              <a:uFillTx/>
              <a:latin typeface="Tahoma"/>
            </a:endParaRPr>
          </a:p>
          <a:p>
            <a:pPr marL="343080" indent="-343080">
              <a:lnSpc>
                <a:spcPct val="10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Unusual Contract Financing </a:t>
            </a:r>
            <a:endParaRPr b="0" lang="en-IN" sz="2400" strike="noStrike" u="none">
              <a:solidFill>
                <a:srgbClr val="000000"/>
              </a:solidFill>
              <a:effectLst/>
              <a:uFillTx/>
              <a:latin typeface="Tahoma"/>
            </a:endParaRPr>
          </a:p>
          <a:p>
            <a:pPr marL="343080" indent="-343080">
              <a:lnSpc>
                <a:spcPct val="10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Advance Payments</a:t>
            </a:r>
            <a:endParaRPr b="0" lang="en-IN" sz="2400" strike="noStrike" u="none">
              <a:solidFill>
                <a:srgbClr val="000000"/>
              </a:solidFill>
              <a:effectLst/>
              <a:uFillTx/>
              <a:latin typeface="Tahoma"/>
            </a:endParaRPr>
          </a:p>
        </p:txBody>
      </p:sp>
      <p:sp>
        <p:nvSpPr>
          <p:cNvPr id="94" name=""/>
          <p:cNvSpPr/>
          <p:nvPr/>
        </p:nvSpPr>
        <p:spPr>
          <a:xfrm>
            <a:off x="304920" y="6324480"/>
            <a:ext cx="88390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Reference</a:t>
            </a:r>
            <a:r>
              <a:rPr b="1" lang="en-IN" sz="1800" strike="noStrike" u="none">
                <a:solidFill>
                  <a:srgbClr val="000000"/>
                </a:solidFill>
                <a:effectLst/>
                <a:uFillTx/>
                <a:latin typeface="Arial"/>
              </a:rPr>
              <a:t>: FAR 32.106, FAR 32.113, FAR 32.114, FAR 32.1001</a:t>
            </a:r>
            <a:endParaRPr b="0" lang="en-IN" sz="1800" strike="noStrike" u="none">
              <a:solidFill>
                <a:srgbClr val="000000"/>
              </a:solidFill>
              <a:effectLst/>
              <a:uFillTx/>
              <a:latin typeface="Arial"/>
            </a:endParaRPr>
          </a:p>
        </p:txBody>
      </p:sp>
      <p:sp>
        <p:nvSpPr>
          <p:cNvPr id="4" name="PlaceHolder 3"/>
          <p:cNvSpPr>
            <a:spLocks noGrp="1"/>
          </p:cNvSpPr>
          <p:nvPr>
            <p:ph type="sldNum" idx="3"/>
          </p:nvPr>
        </p:nvSpPr>
        <p:spPr/>
        <p:txBody>
          <a:bodyPr/>
          <a:p>
            <a:fld id="{BA0CAE22-2632-46DD-A0F7-294D6BC4AA7F}"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5" name="PlaceHolder 1"/>
          <p:cNvSpPr>
            <a:spLocks noGrp="1"/>
          </p:cNvSpPr>
          <p:nvPr>
            <p:ph/>
          </p:nvPr>
        </p:nvSpPr>
        <p:spPr>
          <a:xfrm>
            <a:off x="838080" y="1752480"/>
            <a:ext cx="7772400" cy="1524240"/>
          </a:xfrm>
          <a:prstGeom prst="rect">
            <a:avLst/>
          </a:prstGeom>
          <a:noFill/>
          <a:ln w="0">
            <a:noFill/>
          </a:ln>
        </p:spPr>
        <p:txBody>
          <a:bodyPr lIns="90000" rIns="90000" tIns="46800" bIns="46800" anchor="t">
            <a:normAutofit/>
          </a:bodyPr>
          <a:p>
            <a:pPr marL="343080" indent="-343080">
              <a:lnSpc>
                <a:spcPct val="11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ahoma"/>
              </a:rPr>
              <a:t>	</a:t>
            </a:r>
            <a:endParaRPr b="0" lang="en-IN" sz="2400" strike="noStrike" u="none">
              <a:solidFill>
                <a:srgbClr val="000000"/>
              </a:solidFill>
              <a:effectLst/>
              <a:uFillTx/>
              <a:latin typeface="Tahoma"/>
            </a:endParaRPr>
          </a:p>
          <a:p>
            <a:pPr marL="343080" indent="-343080">
              <a:lnSpc>
                <a:spcPct val="11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ahoma"/>
              </a:rPr>
              <a:t>	</a:t>
            </a:r>
            <a:r>
              <a:rPr b="0" lang="en-IN" sz="2400" strike="noStrike" u="none">
                <a:solidFill>
                  <a:srgbClr val="000000"/>
                </a:solidFill>
                <a:effectLst/>
                <a:uFillTx/>
                <a:latin typeface="Arial"/>
              </a:rPr>
              <a:t>The contractor secures his own financing without a government guarantee</a:t>
            </a:r>
            <a:endParaRPr b="0" lang="en-IN" sz="2400" strike="noStrike" u="none">
              <a:solidFill>
                <a:srgbClr val="000000"/>
              </a:solidFill>
              <a:effectLst/>
              <a:uFillTx/>
              <a:latin typeface="Tahoma"/>
            </a:endParaRPr>
          </a:p>
        </p:txBody>
      </p:sp>
      <p:sp>
        <p:nvSpPr>
          <p:cNvPr id="96" name="PlaceHolder 2"/>
          <p:cNvSpPr>
            <a:spLocks noGrp="1"/>
          </p:cNvSpPr>
          <p:nvPr>
            <p:ph type="title"/>
          </p:nvPr>
        </p:nvSpPr>
        <p:spPr>
          <a:xfrm>
            <a:off x="1426680" y="533520"/>
            <a:ext cx="6650280" cy="838080"/>
          </a:xfrm>
          <a:prstGeom prst="rect">
            <a:avLst/>
          </a:prstGeom>
          <a:noFill/>
          <a:ln w="0">
            <a:noFill/>
          </a:ln>
        </p:spPr>
        <p:txBody>
          <a:bodyPr lIns="90000" rIns="90000" tIns="46800" bIns="46800" anchor="b">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333399"/>
                </a:solidFill>
                <a:effectLst/>
                <a:uFillTx/>
                <a:latin typeface="Arial"/>
              </a:rPr>
              <a:t>Private Funding</a:t>
            </a:r>
            <a:endParaRPr b="0" lang="en-IN" sz="3600" strike="noStrike" u="none">
              <a:solidFill>
                <a:srgbClr val="333399"/>
              </a:solidFill>
              <a:effectLst/>
              <a:uFillTx/>
              <a:latin typeface="Tahoma"/>
            </a:endParaRPr>
          </a:p>
        </p:txBody>
      </p:sp>
      <p:pic>
        <p:nvPicPr>
          <p:cNvPr id="97" name="" descr=""/>
          <p:cNvPicPr/>
          <p:nvPr/>
        </p:nvPicPr>
        <p:blipFill>
          <a:blip r:embed="rId1"/>
          <a:stretch/>
        </p:blipFill>
        <p:spPr>
          <a:xfrm>
            <a:off x="5715000" y="3962520"/>
            <a:ext cx="1996920" cy="1968480"/>
          </a:xfrm>
          <a:prstGeom prst="rect">
            <a:avLst/>
          </a:prstGeom>
          <a:noFill/>
          <a:ln w="0">
            <a:noFill/>
          </a:ln>
        </p:spPr>
      </p:pic>
      <p:pic>
        <p:nvPicPr>
          <p:cNvPr id="98" name="" descr=""/>
          <p:cNvPicPr/>
          <p:nvPr/>
        </p:nvPicPr>
        <p:blipFill>
          <a:blip r:embed="rId2"/>
          <a:stretch/>
        </p:blipFill>
        <p:spPr>
          <a:xfrm>
            <a:off x="2039760" y="3581280"/>
            <a:ext cx="2455920" cy="2514600"/>
          </a:xfrm>
          <a:prstGeom prst="rect">
            <a:avLst/>
          </a:prstGeom>
          <a:noFill/>
          <a:ln w="0">
            <a:noFill/>
          </a:ln>
        </p:spPr>
      </p:pic>
      <p:sp>
        <p:nvSpPr>
          <p:cNvPr id="4" name="PlaceHolder 3"/>
          <p:cNvSpPr>
            <a:spLocks noGrp="1"/>
          </p:cNvSpPr>
          <p:nvPr>
            <p:ph type="sldNum" idx="3"/>
          </p:nvPr>
        </p:nvSpPr>
        <p:spPr/>
        <p:txBody>
          <a:bodyPr/>
          <a:p>
            <a:fld id="{CEEA5011-1B0F-49BD-B84A-BB50D9298064}"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9" name="PlaceHolder 1"/>
          <p:cNvSpPr>
            <a:spLocks noGrp="1"/>
          </p:cNvSpPr>
          <p:nvPr>
            <p:ph type="title"/>
          </p:nvPr>
        </p:nvSpPr>
        <p:spPr>
          <a:xfrm>
            <a:off x="1274400" y="-14400"/>
            <a:ext cx="7792920" cy="1462320"/>
          </a:xfrm>
          <a:prstGeom prst="rect">
            <a:avLst/>
          </a:prstGeom>
          <a:noFill/>
          <a:ln w="0">
            <a:noFill/>
          </a:ln>
        </p:spPr>
        <p:txBody>
          <a:bodyPr lIns="90000" rIns="90000" tIns="46800" bIns="46800" anchor="b">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333399"/>
                </a:solidFill>
                <a:effectLst/>
                <a:uFillTx/>
                <a:latin typeface="Arial"/>
              </a:rPr>
              <a:t>Customary Contract Financing</a:t>
            </a:r>
            <a:endParaRPr b="0" lang="en-IN" sz="3600" strike="noStrike" u="none">
              <a:solidFill>
                <a:srgbClr val="333399"/>
              </a:solidFill>
              <a:effectLst/>
              <a:uFillTx/>
              <a:latin typeface="Tahoma"/>
            </a:endParaRPr>
          </a:p>
        </p:txBody>
      </p:sp>
      <p:sp>
        <p:nvSpPr>
          <p:cNvPr id="100" name="PlaceHolder 2"/>
          <p:cNvSpPr>
            <a:spLocks noGrp="1"/>
          </p:cNvSpPr>
          <p:nvPr>
            <p:ph/>
          </p:nvPr>
        </p:nvSpPr>
        <p:spPr>
          <a:xfrm>
            <a:off x="1182240" y="2361960"/>
            <a:ext cx="5294520" cy="2020680"/>
          </a:xfrm>
          <a:prstGeom prst="rect">
            <a:avLst/>
          </a:prstGeom>
          <a:noFill/>
          <a:ln w="0">
            <a:noFill/>
          </a:ln>
        </p:spPr>
        <p:txBody>
          <a:bodyPr lIns="90000" rIns="90000" tIns="46800" bIns="46800" anchor="t">
            <a:normAutofit/>
          </a:bodyPr>
          <a:p>
            <a:pPr marL="343080" indent="-343080">
              <a:lnSpc>
                <a:spcPct val="130000"/>
              </a:lnSpc>
              <a:spcBef>
                <a:spcPts val="700"/>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ahoma"/>
              </a:rPr>
              <a:t>Performance-based Payments </a:t>
            </a:r>
            <a:endParaRPr b="0" lang="en-IN" sz="2800" strike="noStrike" u="none">
              <a:solidFill>
                <a:srgbClr val="000000"/>
              </a:solidFill>
              <a:effectLst/>
              <a:uFillTx/>
              <a:latin typeface="Tahoma"/>
            </a:endParaRPr>
          </a:p>
          <a:p>
            <a:pPr marL="343080" indent="-343080">
              <a:lnSpc>
                <a:spcPct val="130000"/>
              </a:lnSpc>
              <a:spcBef>
                <a:spcPts val="700"/>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ahoma"/>
              </a:rPr>
              <a:t>Progress Payments</a:t>
            </a:r>
            <a:endParaRPr b="0" lang="en-IN" sz="2800" strike="noStrike" u="none">
              <a:solidFill>
                <a:srgbClr val="000000"/>
              </a:solidFill>
              <a:effectLst/>
              <a:uFillTx/>
              <a:latin typeface="Tahoma"/>
            </a:endParaRPr>
          </a:p>
        </p:txBody>
      </p:sp>
      <p:pic>
        <p:nvPicPr>
          <p:cNvPr id="101" name="" descr=""/>
          <p:cNvPicPr/>
          <p:nvPr/>
        </p:nvPicPr>
        <p:blipFill>
          <a:blip r:embed="rId1"/>
          <a:stretch/>
        </p:blipFill>
        <p:spPr>
          <a:xfrm>
            <a:off x="6019920" y="3581280"/>
            <a:ext cx="1714320" cy="1714680"/>
          </a:xfrm>
          <a:prstGeom prst="rect">
            <a:avLst/>
          </a:prstGeom>
          <a:noFill/>
          <a:ln w="0">
            <a:noFill/>
          </a:ln>
        </p:spPr>
      </p:pic>
      <p:sp>
        <p:nvSpPr>
          <p:cNvPr id="4" name="PlaceHolder 3"/>
          <p:cNvSpPr>
            <a:spLocks noGrp="1"/>
          </p:cNvSpPr>
          <p:nvPr>
            <p:ph type="sldNum" idx="3"/>
          </p:nvPr>
        </p:nvSpPr>
        <p:spPr/>
        <p:txBody>
          <a:bodyPr/>
          <a:p>
            <a:fld id="{7B82B793-B719-4FB3-A37F-BD4B2FDC313C}" type="slidenum">
              <a:t>14</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2" name="PlaceHolder 1"/>
          <p:cNvSpPr>
            <a:spLocks noGrp="1"/>
          </p:cNvSpPr>
          <p:nvPr>
            <p:ph type="title"/>
          </p:nvPr>
        </p:nvSpPr>
        <p:spPr>
          <a:xfrm>
            <a:off x="1455480" y="533520"/>
            <a:ext cx="6468840" cy="761760"/>
          </a:xfrm>
          <a:prstGeom prst="rect">
            <a:avLst/>
          </a:prstGeom>
          <a:noFill/>
          <a:ln w="0">
            <a:noFill/>
          </a:ln>
        </p:spPr>
        <p:txBody>
          <a:bodyPr lIns="90000" rIns="90000" tIns="46800" bIns="46800" anchor="b">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333399"/>
                </a:solidFill>
                <a:effectLst/>
                <a:uFillTx/>
                <a:latin typeface="Arial"/>
              </a:rPr>
              <a:t>Performance-Based Payments</a:t>
            </a:r>
            <a:endParaRPr b="0" lang="en-IN" sz="3600" strike="noStrike" u="none">
              <a:solidFill>
                <a:srgbClr val="333399"/>
              </a:solidFill>
              <a:effectLst/>
              <a:uFillTx/>
              <a:latin typeface="Tahoma"/>
            </a:endParaRPr>
          </a:p>
        </p:txBody>
      </p:sp>
      <p:sp>
        <p:nvSpPr>
          <p:cNvPr id="103" name="PlaceHolder 2"/>
          <p:cNvSpPr>
            <a:spLocks noGrp="1"/>
          </p:cNvSpPr>
          <p:nvPr>
            <p:ph/>
          </p:nvPr>
        </p:nvSpPr>
        <p:spPr>
          <a:xfrm>
            <a:off x="1182600" y="2209680"/>
            <a:ext cx="7772400" cy="4114800"/>
          </a:xfrm>
          <a:prstGeom prst="rect">
            <a:avLst/>
          </a:prstGeom>
          <a:noFill/>
          <a:ln w="0">
            <a:noFill/>
          </a:ln>
        </p:spPr>
        <p:txBody>
          <a:bodyPr lIns="90000" rIns="90000" tIns="46800" bIns="46800" anchor="t">
            <a:normAutofit/>
          </a:bodyPr>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Performance-based payments are customary contract financing payments made on the basis of:</a:t>
            </a:r>
            <a:endParaRPr b="0" lang="en-IN" sz="2400" strike="noStrike" u="none">
              <a:solidFill>
                <a:srgbClr val="000000"/>
              </a:solidFill>
              <a:effectLst/>
              <a:uFillTx/>
              <a:latin typeface="Tahoma"/>
            </a:endParaRPr>
          </a:p>
          <a:p>
            <a:pPr marL="343080" indent="-343080">
              <a:lnSpc>
                <a:spcPct val="5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ahoma"/>
            </a:endParaRPr>
          </a:p>
          <a:p>
            <a:pPr marL="343080" indent="-343080">
              <a:lnSpc>
                <a:spcPct val="9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Performance measured by an objective, and/or quantifiable method</a:t>
            </a:r>
            <a:br>
              <a:rPr sz="2400"/>
            </a:br>
            <a:r>
              <a:rPr b="0" lang="en-US" sz="2400" strike="noStrike" u="none">
                <a:solidFill>
                  <a:srgbClr val="000000"/>
                </a:solidFill>
                <a:effectLst/>
                <a:uFillTx/>
                <a:latin typeface="Arial"/>
              </a:rPr>
              <a:t> </a:t>
            </a:r>
            <a:endParaRPr b="0" lang="en-IN" sz="2400" strike="noStrike" u="none">
              <a:solidFill>
                <a:srgbClr val="000000"/>
              </a:solidFill>
              <a:effectLst/>
              <a:uFillTx/>
              <a:latin typeface="Tahoma"/>
            </a:endParaRPr>
          </a:p>
          <a:p>
            <a:pPr marL="343080" indent="-343080">
              <a:lnSpc>
                <a:spcPct val="9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Accomplishment of defined event(s)</a:t>
            </a:r>
            <a:br>
              <a:rPr sz="2400"/>
            </a:br>
            <a:r>
              <a:rPr b="0" lang="en-US" sz="2400" strike="noStrike" u="none">
                <a:solidFill>
                  <a:srgbClr val="000000"/>
                </a:solidFill>
                <a:effectLst/>
                <a:uFillTx/>
                <a:latin typeface="Arial"/>
              </a:rPr>
              <a:t> </a:t>
            </a:r>
            <a:endParaRPr b="0" lang="en-IN" sz="2400" strike="noStrike" u="none">
              <a:solidFill>
                <a:srgbClr val="000000"/>
              </a:solidFill>
              <a:effectLst/>
              <a:uFillTx/>
              <a:latin typeface="Tahoma"/>
            </a:endParaRPr>
          </a:p>
          <a:p>
            <a:pPr marL="343080" indent="-343080">
              <a:lnSpc>
                <a:spcPct val="9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Other quantifiable measures of results</a:t>
            </a:r>
            <a:endParaRPr b="0" lang="en-IN" sz="2400" strike="noStrike" u="none">
              <a:solidFill>
                <a:srgbClr val="000000"/>
              </a:solidFill>
              <a:effectLst/>
              <a:uFillTx/>
              <a:latin typeface="Tahoma"/>
            </a:endParaRPr>
          </a:p>
        </p:txBody>
      </p:sp>
      <p:sp>
        <p:nvSpPr>
          <p:cNvPr id="104" name=""/>
          <p:cNvSpPr/>
          <p:nvPr/>
        </p:nvSpPr>
        <p:spPr>
          <a:xfrm>
            <a:off x="685800" y="6324480"/>
            <a:ext cx="47242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Reference: </a:t>
            </a:r>
            <a:r>
              <a:rPr b="1" lang="en-IN" sz="1800" strike="noStrike" u="none">
                <a:solidFill>
                  <a:srgbClr val="000000"/>
                </a:solidFill>
                <a:effectLst/>
                <a:uFillTx/>
                <a:latin typeface="Arial"/>
              </a:rPr>
              <a:t>FAR 32.102</a:t>
            </a:r>
            <a:endParaRPr b="0" lang="en-IN" sz="1800" strike="noStrike" u="none">
              <a:solidFill>
                <a:srgbClr val="000000"/>
              </a:solidFill>
              <a:effectLst/>
              <a:uFillTx/>
              <a:latin typeface="Arial"/>
            </a:endParaRPr>
          </a:p>
        </p:txBody>
      </p:sp>
      <p:sp>
        <p:nvSpPr>
          <p:cNvPr id="4" name="PlaceHolder 3"/>
          <p:cNvSpPr>
            <a:spLocks noGrp="1"/>
          </p:cNvSpPr>
          <p:nvPr>
            <p:ph type="sldNum" idx="3"/>
          </p:nvPr>
        </p:nvSpPr>
        <p:spPr/>
        <p:txBody>
          <a:bodyPr/>
          <a:p>
            <a:fld id="{69BDA396-3AC2-4659-A64F-3FC9B6A88098}" type="slidenum">
              <a:t>15</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5" name="PlaceHolder 1"/>
          <p:cNvSpPr>
            <a:spLocks noGrp="1"/>
          </p:cNvSpPr>
          <p:nvPr>
            <p:ph type="title"/>
          </p:nvPr>
        </p:nvSpPr>
        <p:spPr>
          <a:xfrm>
            <a:off x="1351080" y="609120"/>
            <a:ext cx="7488000" cy="762120"/>
          </a:xfrm>
          <a:prstGeom prst="rect">
            <a:avLst/>
          </a:prstGeom>
          <a:noFill/>
          <a:ln w="0">
            <a:noFill/>
          </a:ln>
        </p:spPr>
        <p:txBody>
          <a:bodyPr lIns="90000" rIns="90000" tIns="46800" bIns="46800" anchor="b">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333399"/>
                </a:solidFill>
                <a:effectLst/>
                <a:uFillTx/>
                <a:latin typeface="Arial"/>
              </a:rPr>
              <a:t>Progress Payments Based on Cost</a:t>
            </a:r>
            <a:endParaRPr b="0" lang="en-IN" sz="3600" strike="noStrike" u="none">
              <a:solidFill>
                <a:srgbClr val="333399"/>
              </a:solidFill>
              <a:effectLst/>
              <a:uFillTx/>
              <a:latin typeface="Tahoma"/>
            </a:endParaRPr>
          </a:p>
        </p:txBody>
      </p:sp>
      <p:sp>
        <p:nvSpPr>
          <p:cNvPr id="106" name="PlaceHolder 2"/>
          <p:cNvSpPr>
            <a:spLocks noGrp="1"/>
          </p:cNvSpPr>
          <p:nvPr>
            <p:ph/>
          </p:nvPr>
        </p:nvSpPr>
        <p:spPr>
          <a:xfrm>
            <a:off x="456840" y="2398680"/>
            <a:ext cx="8497800" cy="1411200"/>
          </a:xfrm>
          <a:prstGeom prst="rect">
            <a:avLst/>
          </a:prstGeom>
          <a:noFill/>
          <a:ln w="0">
            <a:noFill/>
          </a:ln>
        </p:spPr>
        <p:txBody>
          <a:bodyPr lIns="90000" rIns="90000" tIns="46800" bIns="46800" anchor="t">
            <a:normAutofit/>
          </a:bodyPr>
          <a:p>
            <a:pPr marL="343080" indent="-343080">
              <a:lnSpc>
                <a:spcPct val="11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Arial"/>
              </a:rPr>
              <a:t>	</a:t>
            </a:r>
            <a:r>
              <a:rPr b="0" lang="en-IN" sz="2400" strike="noStrike" u="none">
                <a:solidFill>
                  <a:srgbClr val="000000"/>
                </a:solidFill>
                <a:effectLst/>
                <a:uFillTx/>
                <a:latin typeface="Arial"/>
              </a:rPr>
              <a:t>Progress payments based on costs are made on the basis of costs incurred by the contractor as work progresses under the contract. </a:t>
            </a:r>
            <a:endParaRPr b="0" lang="en-IN" sz="2400" strike="noStrike" u="none">
              <a:solidFill>
                <a:srgbClr val="000000"/>
              </a:solidFill>
              <a:effectLst/>
              <a:uFillTx/>
              <a:latin typeface="Tahoma"/>
            </a:endParaRPr>
          </a:p>
        </p:txBody>
      </p:sp>
      <p:pic>
        <p:nvPicPr>
          <p:cNvPr id="107" name="" descr=""/>
          <p:cNvPicPr/>
          <p:nvPr/>
        </p:nvPicPr>
        <p:blipFill>
          <a:blip r:embed="rId1"/>
          <a:stretch/>
        </p:blipFill>
        <p:spPr>
          <a:xfrm>
            <a:off x="762120" y="4572000"/>
            <a:ext cx="1844640" cy="1603440"/>
          </a:xfrm>
          <a:prstGeom prst="rect">
            <a:avLst/>
          </a:prstGeom>
          <a:noFill/>
          <a:ln w="0">
            <a:noFill/>
          </a:ln>
        </p:spPr>
      </p:pic>
      <p:pic>
        <p:nvPicPr>
          <p:cNvPr id="108" name="" descr=""/>
          <p:cNvPicPr/>
          <p:nvPr/>
        </p:nvPicPr>
        <p:blipFill>
          <a:blip r:embed="rId2"/>
          <a:stretch/>
        </p:blipFill>
        <p:spPr>
          <a:xfrm>
            <a:off x="6400800" y="3809880"/>
            <a:ext cx="2263680" cy="2590920"/>
          </a:xfrm>
          <a:prstGeom prst="rect">
            <a:avLst/>
          </a:prstGeom>
          <a:noFill/>
          <a:ln w="0">
            <a:noFill/>
          </a:ln>
        </p:spPr>
      </p:pic>
      <p:pic>
        <p:nvPicPr>
          <p:cNvPr id="109" name="" descr=""/>
          <p:cNvPicPr/>
          <p:nvPr/>
        </p:nvPicPr>
        <p:blipFill>
          <a:blip r:embed="rId3"/>
          <a:stretch/>
        </p:blipFill>
        <p:spPr>
          <a:xfrm>
            <a:off x="3809880" y="4343400"/>
            <a:ext cx="1830600" cy="1866960"/>
          </a:xfrm>
          <a:prstGeom prst="rect">
            <a:avLst/>
          </a:prstGeom>
          <a:noFill/>
          <a:ln w="0">
            <a:noFill/>
          </a:ln>
        </p:spPr>
      </p:pic>
      <p:sp>
        <p:nvSpPr>
          <p:cNvPr id="4" name="PlaceHolder 3"/>
          <p:cNvSpPr>
            <a:spLocks noGrp="1"/>
          </p:cNvSpPr>
          <p:nvPr>
            <p:ph type="sldNum" idx="3"/>
          </p:nvPr>
        </p:nvSpPr>
        <p:spPr/>
        <p:txBody>
          <a:bodyPr/>
          <a:p>
            <a:fld id="{9D984995-E4F3-46A8-91F8-694A517796E6}" type="slidenum">
              <a:t>16</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1142640" y="456840"/>
            <a:ext cx="7792920" cy="1219320"/>
          </a:xfrm>
          <a:prstGeom prst="rect">
            <a:avLst/>
          </a:prstGeom>
          <a:noFill/>
          <a:ln w="0">
            <a:noFill/>
          </a:ln>
        </p:spPr>
        <p:txBody>
          <a:bodyPr lIns="90000" rIns="90000" tIns="46800" bIns="46800" anchor="b">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333399"/>
                </a:solidFill>
                <a:effectLst/>
                <a:uFillTx/>
                <a:latin typeface="Arial"/>
              </a:rPr>
              <a:t>Progress Payments Based on Cost Do Not Include</a:t>
            </a:r>
            <a:endParaRPr b="0" lang="en-IN" sz="3600" strike="noStrike" u="none">
              <a:solidFill>
                <a:srgbClr val="333399"/>
              </a:solidFill>
              <a:effectLst/>
              <a:uFillTx/>
              <a:latin typeface="Tahoma"/>
            </a:endParaRPr>
          </a:p>
        </p:txBody>
      </p:sp>
      <p:sp>
        <p:nvSpPr>
          <p:cNvPr id="111" name="PlaceHolder 2"/>
          <p:cNvSpPr>
            <a:spLocks noGrp="1"/>
          </p:cNvSpPr>
          <p:nvPr>
            <p:ph/>
          </p:nvPr>
        </p:nvSpPr>
        <p:spPr>
          <a:xfrm>
            <a:off x="990720" y="1828800"/>
            <a:ext cx="7772400" cy="4114800"/>
          </a:xfrm>
          <a:prstGeom prst="rect">
            <a:avLst/>
          </a:prstGeom>
          <a:noFill/>
          <a:ln w="0">
            <a:noFill/>
          </a:ln>
        </p:spPr>
        <p:txBody>
          <a:bodyPr lIns="90000" rIns="90000" tIns="46800" bIns="46800" anchor="t">
            <a:normAutofit/>
          </a:bodyPr>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ahoma"/>
            </a:endParaRPr>
          </a:p>
          <a:p>
            <a:pPr marL="343080" indent="-343080">
              <a:lnSpc>
                <a:spcPct val="10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Payments based on the percentage or stage of completion accomplished</a:t>
            </a:r>
            <a:br>
              <a:rPr sz="2400"/>
            </a:br>
            <a:r>
              <a:rPr b="0" lang="en-IN" sz="2400" strike="noStrike" u="none">
                <a:solidFill>
                  <a:srgbClr val="000000"/>
                </a:solidFill>
                <a:effectLst/>
                <a:uFillTx/>
                <a:latin typeface="Arial"/>
              </a:rPr>
              <a:t> </a:t>
            </a:r>
            <a:endParaRPr b="0" lang="en-IN" sz="2400" strike="noStrike" u="none">
              <a:solidFill>
                <a:srgbClr val="000000"/>
              </a:solidFill>
              <a:effectLst/>
              <a:uFillTx/>
              <a:latin typeface="Tahoma"/>
            </a:endParaRPr>
          </a:p>
          <a:p>
            <a:pPr marL="343080" indent="-343080">
              <a:lnSpc>
                <a:spcPct val="10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Payments for partial deliveries accepted by the Government</a:t>
            </a:r>
            <a:br>
              <a:rPr sz="2400"/>
            </a:br>
            <a:r>
              <a:rPr b="0" lang="en-IN" sz="2400" strike="noStrike" u="none">
                <a:solidFill>
                  <a:srgbClr val="000000"/>
                </a:solidFill>
                <a:effectLst/>
                <a:uFillTx/>
                <a:latin typeface="Arial"/>
              </a:rPr>
              <a:t> </a:t>
            </a:r>
            <a:endParaRPr b="0" lang="en-IN" sz="2400" strike="noStrike" u="none">
              <a:solidFill>
                <a:srgbClr val="000000"/>
              </a:solidFill>
              <a:effectLst/>
              <a:uFillTx/>
              <a:latin typeface="Tahoma"/>
            </a:endParaRPr>
          </a:p>
          <a:p>
            <a:pPr marL="343080" indent="-343080">
              <a:lnSpc>
                <a:spcPct val="10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Partial payments for a contract termination proposal</a:t>
            </a:r>
            <a:br>
              <a:rPr sz="2400"/>
            </a:br>
            <a:r>
              <a:rPr b="0" lang="en-IN" sz="2400" strike="noStrike" u="none">
                <a:solidFill>
                  <a:srgbClr val="000000"/>
                </a:solidFill>
                <a:effectLst/>
                <a:uFillTx/>
                <a:latin typeface="Arial"/>
              </a:rPr>
              <a:t> </a:t>
            </a:r>
            <a:endParaRPr b="0" lang="en-IN" sz="2400" strike="noStrike" u="none">
              <a:solidFill>
                <a:srgbClr val="000000"/>
              </a:solidFill>
              <a:effectLst/>
              <a:uFillTx/>
              <a:latin typeface="Tahoma"/>
            </a:endParaRPr>
          </a:p>
          <a:p>
            <a:pPr marL="343080" indent="-343080">
              <a:lnSpc>
                <a:spcPct val="10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Performance-based payments</a:t>
            </a:r>
            <a:endParaRPr b="0" lang="en-IN" sz="2400" strike="noStrike" u="none">
              <a:solidFill>
                <a:srgbClr val="000000"/>
              </a:solidFill>
              <a:effectLst/>
              <a:uFillTx/>
              <a:latin typeface="Tahoma"/>
            </a:endParaRPr>
          </a:p>
          <a:p>
            <a:pPr marL="343080" indent="0">
              <a:lnSpc>
                <a:spcPct val="10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ahoma"/>
            </a:endParaRPr>
          </a:p>
        </p:txBody>
      </p:sp>
      <p:sp>
        <p:nvSpPr>
          <p:cNvPr id="112" name=""/>
          <p:cNvSpPr/>
          <p:nvPr/>
        </p:nvSpPr>
        <p:spPr>
          <a:xfrm>
            <a:off x="380880" y="6477120"/>
            <a:ext cx="44197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Reference: </a:t>
            </a:r>
            <a:r>
              <a:rPr b="1" lang="en-IN" sz="1800" strike="noStrike" u="none">
                <a:solidFill>
                  <a:srgbClr val="000000"/>
                </a:solidFill>
                <a:effectLst/>
                <a:uFillTx/>
                <a:latin typeface="Arial"/>
              </a:rPr>
              <a:t>FAR 32.102</a:t>
            </a:r>
            <a:endParaRPr b="0" lang="en-IN" sz="1800" strike="noStrike" u="none">
              <a:solidFill>
                <a:srgbClr val="000000"/>
              </a:solidFill>
              <a:effectLst/>
              <a:uFillTx/>
              <a:latin typeface="Arial"/>
            </a:endParaRPr>
          </a:p>
        </p:txBody>
      </p:sp>
      <p:sp>
        <p:nvSpPr>
          <p:cNvPr id="4" name="PlaceHolder 3"/>
          <p:cNvSpPr>
            <a:spLocks noGrp="1"/>
          </p:cNvSpPr>
          <p:nvPr>
            <p:ph type="sldNum" idx="3"/>
          </p:nvPr>
        </p:nvSpPr>
        <p:spPr/>
        <p:txBody>
          <a:bodyPr/>
          <a:p>
            <a:fld id="{09428012-6612-4594-8F6B-7AD7AD540516}"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3" name="PlaceHolder 1"/>
          <p:cNvSpPr>
            <a:spLocks noGrp="1"/>
          </p:cNvSpPr>
          <p:nvPr>
            <p:ph type="title"/>
          </p:nvPr>
        </p:nvSpPr>
        <p:spPr>
          <a:xfrm>
            <a:off x="1142640" y="380520"/>
            <a:ext cx="7792920" cy="1233720"/>
          </a:xfrm>
          <a:prstGeom prst="rect">
            <a:avLst/>
          </a:prstGeom>
          <a:noFill/>
          <a:ln w="0">
            <a:noFill/>
          </a:ln>
        </p:spPr>
        <p:txBody>
          <a:bodyPr lIns="90000" rIns="90000" tIns="46800" bIns="46800" anchor="b">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333399"/>
                </a:solidFill>
                <a:effectLst/>
                <a:uFillTx/>
                <a:latin typeface="Arial"/>
              </a:rPr>
              <a:t>Progress Payments Based on a Percentage or Stage of Completion</a:t>
            </a:r>
            <a:endParaRPr b="0" lang="en-IN" sz="3600" strike="noStrike" u="none">
              <a:solidFill>
                <a:srgbClr val="333399"/>
              </a:solidFill>
              <a:effectLst/>
              <a:uFillTx/>
              <a:latin typeface="Tahoma"/>
            </a:endParaRPr>
          </a:p>
        </p:txBody>
      </p:sp>
      <p:sp>
        <p:nvSpPr>
          <p:cNvPr id="114" name="PlaceHolder 2"/>
          <p:cNvSpPr>
            <a:spLocks noGrp="1"/>
          </p:cNvSpPr>
          <p:nvPr>
            <p:ph/>
          </p:nvPr>
        </p:nvSpPr>
        <p:spPr>
          <a:xfrm>
            <a:off x="990360" y="2017440"/>
            <a:ext cx="7659720" cy="3544920"/>
          </a:xfrm>
          <a:prstGeom prst="rect">
            <a:avLst/>
          </a:prstGeom>
          <a:noFill/>
          <a:ln w="0">
            <a:noFill/>
          </a:ln>
        </p:spPr>
        <p:txBody>
          <a:bodyPr lIns="90000" rIns="90000" tIns="46800" bIns="46800" anchor="t">
            <a:normAutofit fontScale="92500" lnSpcReduction="9999"/>
          </a:bodyPr>
          <a:p>
            <a:pPr marL="343080" indent="-343080">
              <a:lnSpc>
                <a:spcPct val="8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ahoma"/>
            </a:endParaRPr>
          </a:p>
          <a:p>
            <a:pPr marL="343080" indent="-343080">
              <a:lnSpc>
                <a:spcPct val="10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Authorized only for construction, shipbuilding and ship conversion, alteration or repair</a:t>
            </a:r>
            <a:endParaRPr b="0" lang="en-IN" sz="2400" strike="noStrike" u="none">
              <a:solidFill>
                <a:srgbClr val="000000"/>
              </a:solidFill>
              <a:effectLst/>
              <a:uFillTx/>
              <a:latin typeface="Tahoma"/>
            </a:endParaRPr>
          </a:p>
          <a:p>
            <a:pPr marL="343080" indent="0">
              <a:lnSpc>
                <a:spcPct val="8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ahoma"/>
            </a:endParaRPr>
          </a:p>
          <a:p>
            <a:pPr marL="343080" indent="-343080">
              <a:lnSpc>
                <a:spcPct val="10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Basically the contractor does 25% of the work and is paid for that 25%, up to a cumulative amount of no more than 80% of the contract price for large businesses, 85% for small businesses and 90% for a small disadvantage business</a:t>
            </a:r>
            <a:endParaRPr b="0" lang="en-IN" sz="2400" strike="noStrike" u="none">
              <a:solidFill>
                <a:srgbClr val="000000"/>
              </a:solidFill>
              <a:effectLst/>
              <a:uFillTx/>
              <a:latin typeface="Tahoma"/>
            </a:endParaRPr>
          </a:p>
        </p:txBody>
      </p:sp>
      <p:sp>
        <p:nvSpPr>
          <p:cNvPr id="115" name=""/>
          <p:cNvSpPr/>
          <p:nvPr/>
        </p:nvSpPr>
        <p:spPr>
          <a:xfrm>
            <a:off x="838080" y="6172200"/>
            <a:ext cx="7391520" cy="398880"/>
          </a:xfrm>
          <a:prstGeom prst="rect">
            <a:avLst/>
          </a:prstGeom>
          <a:noFill/>
          <a:ln w="0">
            <a:noFill/>
          </a:ln>
        </p:spPr>
        <p:style>
          <a:lnRef idx="0"/>
          <a:fillRef idx="0"/>
          <a:effectRef idx="0"/>
          <a:fontRef idx="minor"/>
        </p:style>
        <p:txBody>
          <a:bodyPr lIns="90000" rIns="90000" tIns="46800" bIns="46800" anchor="t">
            <a:spAutoFit/>
          </a:bodyPr>
          <a:p>
            <a:pP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Reference: </a:t>
            </a:r>
            <a:r>
              <a:rPr b="1" lang="en-IN" sz="1800" strike="noStrike" u="none">
                <a:solidFill>
                  <a:srgbClr val="000000"/>
                </a:solidFill>
                <a:effectLst/>
                <a:uFillTx/>
                <a:latin typeface="Arial"/>
              </a:rPr>
              <a:t>FAR 32.101, FAR 32.102</a:t>
            </a:r>
            <a:r>
              <a:rPr b="1" lang="en-IN" sz="2000" strike="noStrike" u="none">
                <a:solidFill>
                  <a:srgbClr val="000000"/>
                </a:solidFill>
                <a:effectLst/>
                <a:uFillTx/>
                <a:latin typeface="Arial"/>
              </a:rPr>
              <a:t> </a:t>
            </a:r>
            <a:endParaRPr b="0" lang="en-IN" sz="2000" strike="noStrike" u="none">
              <a:solidFill>
                <a:srgbClr val="000000"/>
              </a:solidFill>
              <a:effectLst/>
              <a:uFillTx/>
              <a:latin typeface="Arial"/>
            </a:endParaRPr>
          </a:p>
        </p:txBody>
      </p:sp>
      <p:sp>
        <p:nvSpPr>
          <p:cNvPr id="4" name="PlaceHolder 3"/>
          <p:cNvSpPr>
            <a:spLocks noGrp="1"/>
          </p:cNvSpPr>
          <p:nvPr>
            <p:ph type="sldNum" idx="3"/>
          </p:nvPr>
        </p:nvSpPr>
        <p:spPr/>
        <p:txBody>
          <a:bodyPr/>
          <a:p>
            <a:fld id="{5780E6E3-7386-4C27-867E-5A0910284100}" type="slidenum">
              <a:t>18</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6" name="PlaceHolder 1"/>
          <p:cNvSpPr>
            <a:spLocks noGrp="1"/>
          </p:cNvSpPr>
          <p:nvPr>
            <p:ph type="title"/>
          </p:nvPr>
        </p:nvSpPr>
        <p:spPr>
          <a:xfrm>
            <a:off x="1371240" y="609120"/>
            <a:ext cx="6248520" cy="685800"/>
          </a:xfrm>
          <a:prstGeom prst="rect">
            <a:avLst/>
          </a:prstGeom>
          <a:noFill/>
          <a:ln w="0">
            <a:noFill/>
          </a:ln>
        </p:spPr>
        <p:txBody>
          <a:bodyPr lIns="90000" rIns="90000" tIns="46800" bIns="46800" anchor="b">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333399"/>
                </a:solidFill>
                <a:effectLst/>
                <a:uFillTx/>
                <a:latin typeface="Arial"/>
              </a:rPr>
              <a:t>Loan Guarantees</a:t>
            </a:r>
            <a:endParaRPr b="0" lang="en-IN" sz="3600" strike="noStrike" u="none">
              <a:solidFill>
                <a:srgbClr val="333399"/>
              </a:solidFill>
              <a:effectLst/>
              <a:uFillTx/>
              <a:latin typeface="Tahoma"/>
            </a:endParaRPr>
          </a:p>
        </p:txBody>
      </p:sp>
      <p:sp>
        <p:nvSpPr>
          <p:cNvPr id="117" name="PlaceHolder 2"/>
          <p:cNvSpPr>
            <a:spLocks noGrp="1"/>
          </p:cNvSpPr>
          <p:nvPr>
            <p:ph/>
          </p:nvPr>
        </p:nvSpPr>
        <p:spPr>
          <a:xfrm>
            <a:off x="761760" y="2133360"/>
            <a:ext cx="7848360" cy="2895480"/>
          </a:xfrm>
          <a:prstGeom prst="rect">
            <a:avLst/>
          </a:prstGeom>
          <a:noFill/>
          <a:ln w="0">
            <a:noFill/>
          </a:ln>
        </p:spPr>
        <p:txBody>
          <a:bodyPr lIns="90000" rIns="90000" tIns="46800" bIns="46800" anchor="t">
            <a:normAutofit/>
          </a:bodyPr>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	</a:t>
            </a:r>
            <a:r>
              <a:rPr b="0" lang="en-IN" sz="2400" strike="noStrike" u="none">
                <a:solidFill>
                  <a:srgbClr val="000000"/>
                </a:solidFill>
                <a:effectLst/>
                <a:uFillTx/>
                <a:latin typeface="Arial"/>
              </a:rPr>
              <a:t>Are made by Federal Reserve banks, on behalf of designated guaranteeing agencies, to enable contractors to obtain financing from private sources under contracts for the acquisition of supplies or services for the national defense. </a:t>
            </a:r>
            <a:endParaRPr b="0" lang="en-IN" sz="2400" strike="noStrike" u="none">
              <a:solidFill>
                <a:srgbClr val="000000"/>
              </a:solidFill>
              <a:effectLst/>
              <a:uFillTx/>
              <a:latin typeface="Tahoma"/>
            </a:endParaRPr>
          </a:p>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ahoma"/>
            </a:endParaRPr>
          </a:p>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	</a:t>
            </a:r>
            <a:endParaRPr b="0" lang="en-IN" sz="2400" strike="noStrike" u="none">
              <a:solidFill>
                <a:srgbClr val="000000"/>
              </a:solidFill>
              <a:effectLst/>
              <a:uFillTx/>
              <a:latin typeface="Tahoma"/>
            </a:endParaRPr>
          </a:p>
        </p:txBody>
      </p:sp>
      <p:pic>
        <p:nvPicPr>
          <p:cNvPr id="118" name="" descr=""/>
          <p:cNvPicPr/>
          <p:nvPr/>
        </p:nvPicPr>
        <p:blipFill>
          <a:blip r:embed="rId1"/>
          <a:stretch/>
        </p:blipFill>
        <p:spPr>
          <a:xfrm>
            <a:off x="5334120" y="3962520"/>
            <a:ext cx="3124080" cy="2527200"/>
          </a:xfrm>
          <a:prstGeom prst="rect">
            <a:avLst/>
          </a:prstGeom>
          <a:noFill/>
          <a:ln w="0">
            <a:noFill/>
          </a:ln>
        </p:spPr>
      </p:pic>
      <p:sp>
        <p:nvSpPr>
          <p:cNvPr id="4" name="PlaceHolder 3"/>
          <p:cNvSpPr>
            <a:spLocks noGrp="1"/>
          </p:cNvSpPr>
          <p:nvPr>
            <p:ph type="sldNum" idx="3"/>
          </p:nvPr>
        </p:nvSpPr>
        <p:spPr/>
        <p:txBody>
          <a:bodyPr/>
          <a:p>
            <a:fld id="{E533D2BA-984B-4BA8-B27A-6752F0D2290C}" type="slidenum">
              <a:t>19</a:t>
            </a:fld>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9" name="PlaceHolder 1"/>
          <p:cNvSpPr>
            <a:spLocks noGrp="1"/>
          </p:cNvSpPr>
          <p:nvPr>
            <p:ph type="title"/>
          </p:nvPr>
        </p:nvSpPr>
        <p:spPr>
          <a:xfrm>
            <a:off x="1371240" y="380880"/>
            <a:ext cx="7792920" cy="914400"/>
          </a:xfrm>
          <a:prstGeom prst="rect">
            <a:avLst/>
          </a:prstGeom>
          <a:noFill/>
          <a:ln w="0">
            <a:noFill/>
          </a:ln>
        </p:spPr>
        <p:txBody>
          <a:bodyPr lIns="90000" rIns="90000" tIns="46800" bIns="46800" anchor="b">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333399"/>
                </a:solidFill>
                <a:effectLst/>
                <a:uFillTx/>
                <a:latin typeface="Arial"/>
              </a:rPr>
              <a:t>Unusual Contract Financing</a:t>
            </a:r>
            <a:endParaRPr b="0" lang="en-IN" sz="3600" strike="noStrike" u="none">
              <a:solidFill>
                <a:srgbClr val="333399"/>
              </a:solidFill>
              <a:effectLst/>
              <a:uFillTx/>
              <a:latin typeface="Tahoma"/>
            </a:endParaRPr>
          </a:p>
        </p:txBody>
      </p:sp>
      <p:sp>
        <p:nvSpPr>
          <p:cNvPr id="120" name="PlaceHolder 2"/>
          <p:cNvSpPr>
            <a:spLocks noGrp="1"/>
          </p:cNvSpPr>
          <p:nvPr>
            <p:ph/>
          </p:nvPr>
        </p:nvSpPr>
        <p:spPr>
          <a:xfrm>
            <a:off x="838080" y="2666880"/>
            <a:ext cx="7656480" cy="2743200"/>
          </a:xfrm>
          <a:prstGeom prst="rect">
            <a:avLst/>
          </a:prstGeom>
          <a:noFill/>
          <a:ln w="0">
            <a:noFill/>
          </a:ln>
        </p:spPr>
        <p:txBody>
          <a:bodyPr lIns="90000" rIns="90000" tIns="46800" bIns="46800" anchor="t">
            <a:normAutofit/>
          </a:bodyPr>
          <a:p>
            <a:pPr marL="343080" indent="-343080">
              <a:lnSpc>
                <a:spcPct val="10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Any contract financing arrangement that deviates from customary contract financing is unusual contract financing</a:t>
            </a:r>
            <a:endParaRPr b="0" lang="en-IN" sz="2400" strike="noStrike" u="none">
              <a:solidFill>
                <a:srgbClr val="000000"/>
              </a:solidFill>
              <a:effectLst/>
              <a:uFillTx/>
              <a:latin typeface="Tahoma"/>
            </a:endParaRPr>
          </a:p>
          <a:p>
            <a:pPr marL="343080" indent="0">
              <a:lnSpc>
                <a:spcPct val="10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ahoma"/>
            </a:endParaRPr>
          </a:p>
          <a:p>
            <a:pPr marL="343080" indent="-343080">
              <a:lnSpc>
                <a:spcPct val="10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Unusual contract financing shall be authorized only after approval by the head of the agency</a:t>
            </a:r>
            <a:endParaRPr b="0" lang="en-IN" sz="2400" strike="noStrike" u="none">
              <a:solidFill>
                <a:srgbClr val="000000"/>
              </a:solidFill>
              <a:effectLst/>
              <a:uFillTx/>
              <a:latin typeface="Tahoma"/>
            </a:endParaRPr>
          </a:p>
        </p:txBody>
      </p:sp>
      <p:sp>
        <p:nvSpPr>
          <p:cNvPr id="121" name=""/>
          <p:cNvSpPr/>
          <p:nvPr/>
        </p:nvSpPr>
        <p:spPr>
          <a:xfrm>
            <a:off x="457200" y="6248520"/>
            <a:ext cx="52578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Reference: </a:t>
            </a:r>
            <a:r>
              <a:rPr b="1" lang="en-IN" sz="1800" strike="noStrike" u="none">
                <a:solidFill>
                  <a:srgbClr val="000000"/>
                </a:solidFill>
                <a:effectLst/>
                <a:uFillTx/>
                <a:latin typeface="Arial"/>
              </a:rPr>
              <a:t>FAR 32.114</a:t>
            </a:r>
            <a:endParaRPr b="0" lang="en-IN" sz="1800" strike="noStrike" u="none">
              <a:solidFill>
                <a:srgbClr val="000000"/>
              </a:solidFill>
              <a:effectLst/>
              <a:uFillTx/>
              <a:latin typeface="Arial"/>
            </a:endParaRPr>
          </a:p>
        </p:txBody>
      </p:sp>
      <p:pic>
        <p:nvPicPr>
          <p:cNvPr id="122" name="" descr=""/>
          <p:cNvPicPr/>
          <p:nvPr/>
        </p:nvPicPr>
        <p:blipFill>
          <a:blip r:embed="rId1"/>
          <a:stretch/>
        </p:blipFill>
        <p:spPr>
          <a:xfrm>
            <a:off x="7315200" y="685800"/>
            <a:ext cx="1676520" cy="1628640"/>
          </a:xfrm>
          <a:prstGeom prst="rect">
            <a:avLst/>
          </a:prstGeom>
          <a:noFill/>
          <a:ln w="0">
            <a:noFill/>
          </a:ln>
        </p:spPr>
      </p:pic>
      <p:sp>
        <p:nvSpPr>
          <p:cNvPr id="4" name="PlaceHolder 3"/>
          <p:cNvSpPr>
            <a:spLocks noGrp="1"/>
          </p:cNvSpPr>
          <p:nvPr>
            <p:ph type="sldNum" idx="3"/>
          </p:nvPr>
        </p:nvSpPr>
        <p:spPr/>
        <p:txBody>
          <a:bodyPr/>
          <a:p>
            <a:fld id="{E9D8BFAE-5670-4484-A1A4-534EA714203F}" type="slidenum">
              <a:t>20</a:t>
            </a:fld>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3" name="PlaceHolder 1"/>
          <p:cNvSpPr>
            <a:spLocks noGrp="1"/>
          </p:cNvSpPr>
          <p:nvPr>
            <p:ph type="title"/>
          </p:nvPr>
        </p:nvSpPr>
        <p:spPr>
          <a:xfrm>
            <a:off x="1503000" y="533520"/>
            <a:ext cx="6040440" cy="761760"/>
          </a:xfrm>
          <a:prstGeom prst="rect">
            <a:avLst/>
          </a:prstGeom>
          <a:noFill/>
          <a:ln w="0">
            <a:noFill/>
          </a:ln>
        </p:spPr>
        <p:txBody>
          <a:bodyPr lIns="90000" rIns="90000" tIns="46800" bIns="46800" anchor="b">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333399"/>
                </a:solidFill>
                <a:effectLst/>
                <a:uFillTx/>
                <a:latin typeface="Arial"/>
              </a:rPr>
              <a:t>Advance Payments</a:t>
            </a:r>
            <a:endParaRPr b="0" lang="en-IN" sz="3600" strike="noStrike" u="none">
              <a:solidFill>
                <a:srgbClr val="333399"/>
              </a:solidFill>
              <a:effectLst/>
              <a:uFillTx/>
              <a:latin typeface="Tahoma"/>
            </a:endParaRPr>
          </a:p>
        </p:txBody>
      </p:sp>
      <p:sp>
        <p:nvSpPr>
          <p:cNvPr id="124" name="PlaceHolder 2"/>
          <p:cNvSpPr>
            <a:spLocks noGrp="1"/>
          </p:cNvSpPr>
          <p:nvPr>
            <p:ph/>
          </p:nvPr>
        </p:nvSpPr>
        <p:spPr>
          <a:xfrm>
            <a:off x="914400" y="2057040"/>
            <a:ext cx="7772400" cy="3505320"/>
          </a:xfrm>
          <a:prstGeom prst="rect">
            <a:avLst/>
          </a:prstGeom>
          <a:noFill/>
          <a:ln w="0">
            <a:noFill/>
          </a:ln>
        </p:spPr>
        <p:txBody>
          <a:bodyPr lIns="90000" rIns="90000" tIns="46800" bIns="46800" anchor="t">
            <a:normAutofit/>
          </a:bodyPr>
          <a:p>
            <a:pPr marL="343080" indent="-343080">
              <a:lnSpc>
                <a:spcPct val="10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Are advances of money by the Government to a prime contractor before, in anticipation of, and for the purpose of complete performance under one or more contracts</a:t>
            </a:r>
            <a:endParaRPr b="0" lang="en-IN" sz="2400" strike="noStrike" u="none">
              <a:solidFill>
                <a:srgbClr val="000000"/>
              </a:solidFill>
              <a:effectLst/>
              <a:uFillTx/>
              <a:latin typeface="Tahoma"/>
            </a:endParaRPr>
          </a:p>
          <a:p>
            <a:pPr marL="343080" indent="0">
              <a:lnSpc>
                <a:spcPct val="6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ahoma"/>
            </a:endParaRPr>
          </a:p>
          <a:p>
            <a:pPr marL="343080" indent="-343080">
              <a:lnSpc>
                <a:spcPct val="10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Advance payments can be authorized for fixed-price or cost reimbursement contracts for supplies or services</a:t>
            </a:r>
            <a:endParaRPr b="0" lang="en-IN" sz="2400" strike="noStrike" u="none">
              <a:solidFill>
                <a:srgbClr val="000000"/>
              </a:solidFill>
              <a:effectLst/>
              <a:uFillTx/>
              <a:latin typeface="Tahoma"/>
            </a:endParaRPr>
          </a:p>
        </p:txBody>
      </p:sp>
      <p:pic>
        <p:nvPicPr>
          <p:cNvPr id="125" name="" descr=""/>
          <p:cNvPicPr/>
          <p:nvPr/>
        </p:nvPicPr>
        <p:blipFill>
          <a:blip r:embed="rId1"/>
          <a:stretch/>
        </p:blipFill>
        <p:spPr>
          <a:xfrm>
            <a:off x="6095880" y="4952880"/>
            <a:ext cx="2133720" cy="1752840"/>
          </a:xfrm>
          <a:prstGeom prst="rect">
            <a:avLst/>
          </a:prstGeom>
          <a:noFill/>
          <a:ln w="0">
            <a:noFill/>
          </a:ln>
        </p:spPr>
      </p:pic>
      <p:sp>
        <p:nvSpPr>
          <p:cNvPr id="4" name="PlaceHolder 3"/>
          <p:cNvSpPr>
            <a:spLocks noGrp="1"/>
          </p:cNvSpPr>
          <p:nvPr>
            <p:ph type="sldNum" idx="3"/>
          </p:nvPr>
        </p:nvSpPr>
        <p:spPr/>
        <p:txBody>
          <a:bodyPr/>
          <a:p>
            <a:fld id="{D1426889-B44C-4518-93B5-F3FCBE3C7024}" type="slidenum">
              <a:t>21</a:t>
            </a:fld>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6" name=""/>
          <p:cNvSpPr/>
          <p:nvPr/>
        </p:nvSpPr>
        <p:spPr>
          <a:xfrm>
            <a:off x="5257800" y="152280"/>
            <a:ext cx="2209680" cy="990720"/>
          </a:xfrm>
          <a:prstGeom prst="ellipse">
            <a:avLst/>
          </a:prstGeom>
          <a:solidFill>
            <a:srgbClr val="ffcf01"/>
          </a:solidFill>
          <a:ln w="9360">
            <a:solidFill>
              <a:srgbClr val="0000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27" name=""/>
          <p:cNvSpPr/>
          <p:nvPr/>
        </p:nvSpPr>
        <p:spPr>
          <a:xfrm>
            <a:off x="5410080" y="304920"/>
            <a:ext cx="1905120" cy="723600"/>
          </a:xfrm>
          <a:prstGeom prst="rect">
            <a:avLst/>
          </a:prstGeom>
          <a:noFill/>
          <a:ln w="0">
            <a:noFill/>
          </a:ln>
        </p:spPr>
        <p:style>
          <a:lnRef idx="0"/>
          <a:fillRef idx="0"/>
          <a:effectRef idx="0"/>
          <a:fontRef idx="minor"/>
        </p:style>
        <p:txBody>
          <a:bodyPr lIns="90000" rIns="90000" tIns="46800" bIns="46800" anchor="t">
            <a:spAutoFit/>
          </a:bodyPr>
          <a:p>
            <a:pPr algn="ct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a:rPr>
              <a:t>Requirement</a:t>
            </a:r>
            <a:endParaRPr b="0" lang="en-IN" sz="2000" strike="noStrike" u="none">
              <a:solidFill>
                <a:srgbClr val="000000"/>
              </a:solidFill>
              <a:effectLst/>
              <a:uFillTx/>
              <a:latin typeface="Arial"/>
            </a:endParaRPr>
          </a:p>
          <a:p>
            <a:pPr algn="ct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Starts the process</a:t>
            </a:r>
            <a:endParaRPr b="0" lang="en-IN" sz="1400" strike="noStrike" u="none">
              <a:solidFill>
                <a:srgbClr val="000000"/>
              </a:solidFill>
              <a:effectLst/>
              <a:uFillTx/>
              <a:latin typeface="Arial"/>
            </a:endParaRPr>
          </a:p>
        </p:txBody>
      </p:sp>
      <p:sp>
        <p:nvSpPr>
          <p:cNvPr id="128" name=""/>
          <p:cNvSpPr/>
          <p:nvPr/>
        </p:nvSpPr>
        <p:spPr>
          <a:xfrm flipH="1">
            <a:off x="4419360" y="914400"/>
            <a:ext cx="685800" cy="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29" name=""/>
          <p:cNvSpPr/>
          <p:nvPr/>
        </p:nvSpPr>
        <p:spPr>
          <a:xfrm>
            <a:off x="533520" y="152280"/>
            <a:ext cx="3047760" cy="1067040"/>
          </a:xfrm>
          <a:prstGeom prst="rect">
            <a:avLst/>
          </a:prstGeom>
          <a:solidFill>
            <a:srgbClr val="ffcf01"/>
          </a:solidFill>
          <a:ln w="9360">
            <a:solidFill>
              <a:srgbClr val="0000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30" name=""/>
          <p:cNvSpPr/>
          <p:nvPr/>
        </p:nvSpPr>
        <p:spPr>
          <a:xfrm>
            <a:off x="457200" y="152280"/>
            <a:ext cx="2971800" cy="1008720"/>
          </a:xfrm>
          <a:prstGeom prst="rect">
            <a:avLst/>
          </a:prstGeom>
          <a:noFill/>
          <a:ln w="0">
            <a:noFill/>
          </a:ln>
        </p:spPr>
        <p:style>
          <a:lnRef idx="0"/>
          <a:fillRef idx="0"/>
          <a:effectRef idx="0"/>
          <a:fontRef idx="minor"/>
        </p:style>
        <p:txBody>
          <a:bodyPr lIns="90000" rIns="90000" tIns="46800" bIns="46800" anchor="t">
            <a:spAutoFit/>
          </a:bodyPr>
          <a:p>
            <a:pPr algn="ct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a:rPr>
              <a:t>Determine Whether to provide for financing in the solicitation</a:t>
            </a:r>
            <a:endParaRPr b="0" lang="en-IN" sz="2000" strike="noStrike" u="none">
              <a:solidFill>
                <a:srgbClr val="000000"/>
              </a:solidFill>
              <a:effectLst/>
              <a:uFillTx/>
              <a:latin typeface="Arial"/>
            </a:endParaRPr>
          </a:p>
        </p:txBody>
      </p:sp>
      <p:sp>
        <p:nvSpPr>
          <p:cNvPr id="131" name=""/>
          <p:cNvSpPr/>
          <p:nvPr/>
        </p:nvSpPr>
        <p:spPr>
          <a:xfrm>
            <a:off x="2971800" y="1905120"/>
            <a:ext cx="1371600" cy="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32" name=""/>
          <p:cNvSpPr/>
          <p:nvPr/>
        </p:nvSpPr>
        <p:spPr>
          <a:xfrm>
            <a:off x="2438280" y="1447920"/>
            <a:ext cx="4267440" cy="1371600"/>
          </a:xfrm>
          <a:prstGeom prst="ellipse">
            <a:avLst/>
          </a:prstGeom>
          <a:solidFill>
            <a:srgbClr val="cc99ff"/>
          </a:solidFill>
          <a:ln w="9360">
            <a:solidFill>
              <a:srgbClr val="0000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33" name=""/>
          <p:cNvSpPr/>
          <p:nvPr/>
        </p:nvSpPr>
        <p:spPr>
          <a:xfrm>
            <a:off x="2819520" y="1219320"/>
            <a:ext cx="3429000" cy="1364760"/>
          </a:xfrm>
          <a:prstGeom prst="rect">
            <a:avLst/>
          </a:prstGeom>
          <a:noFill/>
          <a:ln w="0">
            <a:noFill/>
          </a:ln>
        </p:spPr>
        <p:style>
          <a:lnRef idx="0"/>
          <a:fillRef idx="0"/>
          <a:effectRef idx="0"/>
          <a:fontRef idx="minor"/>
        </p:style>
        <p:txBody>
          <a:bodyPr lIns="90000" rIns="90000" tIns="46800" bIns="46800" anchor="t">
            <a:spAutoFit/>
          </a:bodyPr>
          <a:p>
            <a:pPr algn="ct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algn="ct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What does the market bare? Is it necessary? What are the risks, can they be mitigated?</a:t>
            </a:r>
            <a:endParaRPr b="0" lang="en-IN" sz="1800" strike="noStrike" u="none">
              <a:solidFill>
                <a:srgbClr val="000000"/>
              </a:solidFill>
              <a:effectLst/>
              <a:uFillTx/>
              <a:latin typeface="Arial"/>
            </a:endParaRPr>
          </a:p>
        </p:txBody>
      </p:sp>
      <p:sp>
        <p:nvSpPr>
          <p:cNvPr id="134" name=""/>
          <p:cNvSpPr/>
          <p:nvPr/>
        </p:nvSpPr>
        <p:spPr>
          <a:xfrm>
            <a:off x="1981080" y="1523880"/>
            <a:ext cx="381240" cy="30492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35" name=""/>
          <p:cNvSpPr/>
          <p:nvPr/>
        </p:nvSpPr>
        <p:spPr>
          <a:xfrm>
            <a:off x="6781680" y="2743200"/>
            <a:ext cx="228600" cy="22860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36" name=""/>
          <p:cNvSpPr/>
          <p:nvPr/>
        </p:nvSpPr>
        <p:spPr>
          <a:xfrm>
            <a:off x="4800600" y="3505320"/>
            <a:ext cx="3962520" cy="1066680"/>
          </a:xfrm>
          <a:prstGeom prst="rect">
            <a:avLst/>
          </a:prstGeom>
          <a:solidFill>
            <a:srgbClr val="ffcf01"/>
          </a:solidFill>
          <a:ln w="9360">
            <a:solidFill>
              <a:srgbClr val="0000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37" name=""/>
          <p:cNvSpPr/>
          <p:nvPr/>
        </p:nvSpPr>
        <p:spPr>
          <a:xfrm>
            <a:off x="4800600" y="3581280"/>
            <a:ext cx="3886200" cy="1008720"/>
          </a:xfrm>
          <a:prstGeom prst="rect">
            <a:avLst/>
          </a:prstGeom>
          <a:noFill/>
          <a:ln w="0">
            <a:noFill/>
          </a:ln>
        </p:spPr>
        <p:style>
          <a:lnRef idx="0"/>
          <a:fillRef idx="0"/>
          <a:effectRef idx="0"/>
          <a:fontRef idx="minor"/>
        </p:style>
        <p:txBody>
          <a:bodyPr lIns="90000" rIns="90000" tIns="46800" bIns="46800" anchor="t">
            <a:spAutoFit/>
          </a:bodyPr>
          <a:p>
            <a:pPr algn="ct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a:rPr>
              <a:t>If No select and incorporate nonfinancing provisions in the solicitation</a:t>
            </a:r>
            <a:endParaRPr b="0" lang="en-IN" sz="2000" strike="noStrike" u="none">
              <a:solidFill>
                <a:srgbClr val="000000"/>
              </a:solidFill>
              <a:effectLst/>
              <a:uFillTx/>
              <a:latin typeface="Arial"/>
            </a:endParaRPr>
          </a:p>
        </p:txBody>
      </p:sp>
      <p:sp>
        <p:nvSpPr>
          <p:cNvPr id="138" name=""/>
          <p:cNvSpPr/>
          <p:nvPr/>
        </p:nvSpPr>
        <p:spPr>
          <a:xfrm>
            <a:off x="7315200" y="2666880"/>
            <a:ext cx="990720" cy="398880"/>
          </a:xfrm>
          <a:prstGeom prst="rect">
            <a:avLst/>
          </a:prstGeom>
          <a:noFill/>
          <a:ln w="0">
            <a:noFill/>
          </a:ln>
        </p:spPr>
        <p:style>
          <a:lnRef idx="0"/>
          <a:fillRef idx="0"/>
          <a:effectRef idx="0"/>
          <a:fontRef idx="minor"/>
        </p:style>
        <p:txBody>
          <a:bodyPr lIns="90000" rIns="90000" tIns="46800" bIns="46800" anchor="t">
            <a:spAutoFit/>
          </a:bodyPr>
          <a:p>
            <a:pP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a:rPr>
              <a:t>NO</a:t>
            </a:r>
            <a:endParaRPr b="0" lang="en-IN" sz="2000" strike="noStrike" u="none">
              <a:solidFill>
                <a:srgbClr val="000000"/>
              </a:solidFill>
              <a:effectLst/>
              <a:uFillTx/>
              <a:latin typeface="Arial"/>
            </a:endParaRPr>
          </a:p>
        </p:txBody>
      </p:sp>
      <p:sp>
        <p:nvSpPr>
          <p:cNvPr id="139" name=""/>
          <p:cNvSpPr/>
          <p:nvPr/>
        </p:nvSpPr>
        <p:spPr>
          <a:xfrm>
            <a:off x="1447920" y="2666880"/>
            <a:ext cx="761760" cy="398880"/>
          </a:xfrm>
          <a:prstGeom prst="rect">
            <a:avLst/>
          </a:prstGeom>
          <a:noFill/>
          <a:ln w="0">
            <a:noFill/>
          </a:ln>
        </p:spPr>
        <p:style>
          <a:lnRef idx="0"/>
          <a:fillRef idx="0"/>
          <a:effectRef idx="0"/>
          <a:fontRef idx="minor"/>
        </p:style>
        <p:txBody>
          <a:bodyPr lIns="90000" rIns="90000" tIns="46800" bIns="46800" anchor="t">
            <a:spAutoFit/>
          </a:bodyPr>
          <a:p>
            <a:pP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a:rPr>
              <a:t>YES</a:t>
            </a:r>
            <a:endParaRPr b="0" lang="en-IN" sz="2000" strike="noStrike" u="none">
              <a:solidFill>
                <a:srgbClr val="000000"/>
              </a:solidFill>
              <a:effectLst/>
              <a:uFillTx/>
              <a:latin typeface="Arial"/>
            </a:endParaRPr>
          </a:p>
        </p:txBody>
      </p:sp>
      <p:sp>
        <p:nvSpPr>
          <p:cNvPr id="140" name=""/>
          <p:cNvSpPr/>
          <p:nvPr/>
        </p:nvSpPr>
        <p:spPr>
          <a:xfrm>
            <a:off x="914400" y="4952880"/>
            <a:ext cx="3048120" cy="762120"/>
          </a:xfrm>
          <a:prstGeom prst="rect">
            <a:avLst/>
          </a:prstGeom>
          <a:solidFill>
            <a:srgbClr val="ffcf01"/>
          </a:solidFill>
          <a:ln w="9360">
            <a:solidFill>
              <a:srgbClr val="0000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41" name=""/>
          <p:cNvSpPr/>
          <p:nvPr/>
        </p:nvSpPr>
        <p:spPr>
          <a:xfrm>
            <a:off x="914400" y="3505320"/>
            <a:ext cx="3048120" cy="1295280"/>
          </a:xfrm>
          <a:prstGeom prst="rect">
            <a:avLst/>
          </a:prstGeom>
          <a:solidFill>
            <a:srgbClr val="ffcf01"/>
          </a:solidFill>
          <a:ln w="9360">
            <a:solidFill>
              <a:srgbClr val="0000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42" name=""/>
          <p:cNvSpPr/>
          <p:nvPr/>
        </p:nvSpPr>
        <p:spPr>
          <a:xfrm>
            <a:off x="990720" y="5867280"/>
            <a:ext cx="2971800" cy="685800"/>
          </a:xfrm>
          <a:prstGeom prst="rect">
            <a:avLst/>
          </a:prstGeom>
          <a:solidFill>
            <a:srgbClr val="ffcf01"/>
          </a:solidFill>
          <a:ln w="9360">
            <a:solidFill>
              <a:srgbClr val="0000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43" name=""/>
          <p:cNvSpPr/>
          <p:nvPr/>
        </p:nvSpPr>
        <p:spPr>
          <a:xfrm>
            <a:off x="4724280" y="4800600"/>
            <a:ext cx="4038840" cy="1905120"/>
          </a:xfrm>
          <a:prstGeom prst="rect">
            <a:avLst/>
          </a:prstGeom>
          <a:solidFill>
            <a:srgbClr val="ffcf01"/>
          </a:solidFill>
          <a:ln w="9360">
            <a:solidFill>
              <a:srgbClr val="0000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44" name=""/>
          <p:cNvSpPr/>
          <p:nvPr/>
        </p:nvSpPr>
        <p:spPr>
          <a:xfrm>
            <a:off x="685800" y="5029200"/>
            <a:ext cx="3352680" cy="703800"/>
          </a:xfrm>
          <a:prstGeom prst="rect">
            <a:avLst/>
          </a:prstGeom>
          <a:noFill/>
          <a:ln w="0">
            <a:noFill/>
          </a:ln>
        </p:spPr>
        <p:style>
          <a:lnRef idx="0"/>
          <a:fillRef idx="0"/>
          <a:effectRef idx="0"/>
          <a:fontRef idx="minor"/>
        </p:style>
        <p:txBody>
          <a:bodyPr lIns="90000" rIns="90000" tIns="46800" bIns="46800" anchor="t">
            <a:spAutoFit/>
          </a:bodyPr>
          <a:p>
            <a:pPr algn="ct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a:rPr>
              <a:t>Select a Method of Financing</a:t>
            </a:r>
            <a:endParaRPr b="0" lang="en-IN" sz="2000" strike="noStrike" u="none">
              <a:solidFill>
                <a:srgbClr val="000000"/>
              </a:solidFill>
              <a:effectLst/>
              <a:uFillTx/>
              <a:latin typeface="Arial"/>
            </a:endParaRPr>
          </a:p>
        </p:txBody>
      </p:sp>
      <p:sp>
        <p:nvSpPr>
          <p:cNvPr id="145" name=""/>
          <p:cNvSpPr/>
          <p:nvPr/>
        </p:nvSpPr>
        <p:spPr>
          <a:xfrm>
            <a:off x="1066680" y="5867280"/>
            <a:ext cx="2743200" cy="703800"/>
          </a:xfrm>
          <a:prstGeom prst="rect">
            <a:avLst/>
          </a:prstGeom>
          <a:noFill/>
          <a:ln w="0">
            <a:noFill/>
          </a:ln>
        </p:spPr>
        <p:style>
          <a:lnRef idx="0"/>
          <a:fillRef idx="0"/>
          <a:effectRef idx="0"/>
          <a:fontRef idx="minor"/>
        </p:style>
        <p:txBody>
          <a:bodyPr lIns="90000" rIns="90000" tIns="46800" bIns="46800" anchor="t">
            <a:spAutoFit/>
          </a:bodyPr>
          <a:p>
            <a:pPr algn="ct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a:rPr>
              <a:t>Justify the Selected Method</a:t>
            </a:r>
            <a:endParaRPr b="0" lang="en-IN" sz="2000" strike="noStrike" u="none">
              <a:solidFill>
                <a:srgbClr val="000000"/>
              </a:solidFill>
              <a:effectLst/>
              <a:uFillTx/>
              <a:latin typeface="Arial"/>
            </a:endParaRPr>
          </a:p>
        </p:txBody>
      </p:sp>
      <p:sp>
        <p:nvSpPr>
          <p:cNvPr id="146" name=""/>
          <p:cNvSpPr/>
          <p:nvPr/>
        </p:nvSpPr>
        <p:spPr>
          <a:xfrm>
            <a:off x="5105520" y="4876920"/>
            <a:ext cx="3124080" cy="1851840"/>
          </a:xfrm>
          <a:prstGeom prst="rect">
            <a:avLst/>
          </a:prstGeom>
          <a:noFill/>
          <a:ln w="0">
            <a:noFill/>
          </a:ln>
        </p:spPr>
        <p:style>
          <a:lnRef idx="0"/>
          <a:fillRef idx="0"/>
          <a:effectRef idx="0"/>
          <a:fontRef idx="minor"/>
        </p:style>
        <p:txBody>
          <a:bodyPr lIns="90000" rIns="90000" tIns="46800" bIns="46800" anchor="t">
            <a:spAutoFit/>
          </a:bodyPr>
          <a:p>
            <a:pPr algn="ct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a:rPr>
              <a:t>Incorporate provision to solicit financing terms from offerors in the solicitation </a:t>
            </a:r>
            <a:endParaRPr b="0" lang="en-IN" sz="2000" strike="noStrike" u="none">
              <a:solidFill>
                <a:srgbClr val="000000"/>
              </a:solidFill>
              <a:effectLst/>
              <a:uFillTx/>
              <a:latin typeface="Arial"/>
            </a:endParaRPr>
          </a:p>
          <a:p>
            <a:pPr algn="ct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52.232-31, Invitation to propose financing terms</a:t>
            </a:r>
            <a:endParaRPr b="0" lang="en-IN" sz="1400" strike="noStrike" u="none">
              <a:solidFill>
                <a:srgbClr val="000000"/>
              </a:solidFill>
              <a:effectLst/>
              <a:uFillTx/>
              <a:latin typeface="Arial"/>
            </a:endParaRPr>
          </a:p>
        </p:txBody>
      </p:sp>
      <p:sp>
        <p:nvSpPr>
          <p:cNvPr id="147" name=""/>
          <p:cNvSpPr/>
          <p:nvPr/>
        </p:nvSpPr>
        <p:spPr>
          <a:xfrm>
            <a:off x="990720" y="3505320"/>
            <a:ext cx="2895480" cy="1313640"/>
          </a:xfrm>
          <a:prstGeom prst="rect">
            <a:avLst/>
          </a:prstGeom>
          <a:noFill/>
          <a:ln w="0">
            <a:noFill/>
          </a:ln>
        </p:spPr>
        <p:style>
          <a:lnRef idx="0"/>
          <a:fillRef idx="0"/>
          <a:effectRef idx="0"/>
          <a:fontRef idx="minor"/>
        </p:style>
        <p:txBody>
          <a:bodyPr lIns="90000" rIns="90000" tIns="46800" bIns="46800" anchor="t">
            <a:spAutoFit/>
          </a:bodyPr>
          <a:p>
            <a:pPr algn="ct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a:rPr>
              <a:t>Determine whether to restrict its availability to small business concerns</a:t>
            </a:r>
            <a:endParaRPr b="0" lang="en-IN" sz="2000" strike="noStrike" u="none">
              <a:solidFill>
                <a:srgbClr val="000000"/>
              </a:solidFill>
              <a:effectLst/>
              <a:uFillTx/>
              <a:latin typeface="Arial"/>
            </a:endParaRPr>
          </a:p>
        </p:txBody>
      </p:sp>
      <p:sp>
        <p:nvSpPr>
          <p:cNvPr id="148" name=""/>
          <p:cNvSpPr/>
          <p:nvPr/>
        </p:nvSpPr>
        <p:spPr>
          <a:xfrm>
            <a:off x="2362320" y="5486400"/>
            <a:ext cx="0" cy="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49" name=""/>
          <p:cNvSpPr/>
          <p:nvPr/>
        </p:nvSpPr>
        <p:spPr>
          <a:xfrm>
            <a:off x="4114800" y="6172200"/>
            <a:ext cx="533520" cy="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50" name=""/>
          <p:cNvSpPr/>
          <p:nvPr/>
        </p:nvSpPr>
        <p:spPr>
          <a:xfrm>
            <a:off x="2286000" y="4876920"/>
            <a:ext cx="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51" name=""/>
          <p:cNvSpPr/>
          <p:nvPr/>
        </p:nvSpPr>
        <p:spPr>
          <a:xfrm>
            <a:off x="2438280" y="2895480"/>
            <a:ext cx="45720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Is it in the best interest to the government?</a:t>
            </a:r>
            <a:endParaRPr b="0" lang="en-IN" sz="1600" strike="noStrike" u="none">
              <a:solidFill>
                <a:srgbClr val="000000"/>
              </a:solidFill>
              <a:effectLst/>
              <a:uFillTx/>
              <a:latin typeface="Arial"/>
            </a:endParaRPr>
          </a:p>
        </p:txBody>
      </p:sp>
      <p:sp>
        <p:nvSpPr>
          <p:cNvPr id="152" name=""/>
          <p:cNvSpPr/>
          <p:nvPr/>
        </p:nvSpPr>
        <p:spPr>
          <a:xfrm flipH="1">
            <a:off x="2285640" y="2514600"/>
            <a:ext cx="228600" cy="30492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3" name="PlaceHolder 1"/>
          <p:cNvSpPr>
            <a:spLocks noGrp="1"/>
          </p:cNvSpPr>
          <p:nvPr>
            <p:ph type="title"/>
          </p:nvPr>
        </p:nvSpPr>
        <p:spPr>
          <a:xfrm>
            <a:off x="685440" y="533160"/>
            <a:ext cx="7792920" cy="990360"/>
          </a:xfrm>
          <a:prstGeom prst="rect">
            <a:avLst/>
          </a:prstGeom>
          <a:noFill/>
          <a:ln w="0">
            <a:noFill/>
          </a:ln>
        </p:spPr>
        <p:txBody>
          <a:bodyPr lIns="90000" rIns="90000" tIns="46800" bIns="46800" anchor="b">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3399"/>
                </a:solidFill>
                <a:effectLst/>
                <a:uFillTx/>
                <a:latin typeface="Arial"/>
              </a:rPr>
              <a:t>More Clauses and Provisions for Noncommercial Items</a:t>
            </a:r>
            <a:endParaRPr b="0" lang="en-IN" sz="3200" strike="noStrike" u="none">
              <a:solidFill>
                <a:srgbClr val="333399"/>
              </a:solidFill>
              <a:effectLst/>
              <a:uFillTx/>
              <a:latin typeface="Tahoma"/>
            </a:endParaRPr>
          </a:p>
        </p:txBody>
      </p:sp>
      <p:sp>
        <p:nvSpPr>
          <p:cNvPr id="154" name="PlaceHolder 2"/>
          <p:cNvSpPr>
            <a:spLocks noGrp="1"/>
          </p:cNvSpPr>
          <p:nvPr>
            <p:ph/>
          </p:nvPr>
        </p:nvSpPr>
        <p:spPr>
          <a:xfrm>
            <a:off x="914400" y="2285640"/>
            <a:ext cx="7772400" cy="3962520"/>
          </a:xfrm>
          <a:prstGeom prst="rect">
            <a:avLst/>
          </a:prstGeom>
          <a:noFill/>
          <a:ln w="0">
            <a:noFill/>
          </a:ln>
        </p:spPr>
        <p:txBody>
          <a:bodyPr lIns="90000" rIns="90000" tIns="46800" bIns="46800" anchor="t">
            <a:normAutofit/>
          </a:bodyPr>
          <a:p>
            <a:pPr marL="343080" indent="-343080">
              <a:lnSpc>
                <a:spcPct val="10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FAR 52.232-12, Advance Payments</a:t>
            </a:r>
            <a:endParaRPr b="0" lang="en-IN" sz="2400" strike="noStrike" u="none">
              <a:solidFill>
                <a:srgbClr val="000000"/>
              </a:solidFill>
              <a:effectLst/>
              <a:uFillTx/>
              <a:latin typeface="Tahoma"/>
            </a:endParaRPr>
          </a:p>
          <a:p>
            <a:pPr marL="343080" indent="-343080">
              <a:lnSpc>
                <a:spcPct val="10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FAR 52.232-13, Notice of Progress Payments</a:t>
            </a:r>
            <a:endParaRPr b="0" lang="en-IN" sz="2400" strike="noStrike" u="none">
              <a:solidFill>
                <a:srgbClr val="000000"/>
              </a:solidFill>
              <a:effectLst/>
              <a:uFillTx/>
              <a:latin typeface="Tahoma"/>
            </a:endParaRPr>
          </a:p>
          <a:p>
            <a:pPr marL="343080" indent="-343080">
              <a:lnSpc>
                <a:spcPct val="10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FAR 52.232-16, Progress Payments</a:t>
            </a:r>
            <a:endParaRPr b="0" lang="en-IN" sz="2400" strike="noStrike" u="none">
              <a:solidFill>
                <a:srgbClr val="000000"/>
              </a:solidFill>
              <a:effectLst/>
              <a:uFillTx/>
              <a:latin typeface="Tahoma"/>
            </a:endParaRPr>
          </a:p>
          <a:p>
            <a:pPr marL="343080" indent="-343080">
              <a:lnSpc>
                <a:spcPct val="10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FAR 52.232-28, Invitation to Propose Performance-Based Payments</a:t>
            </a:r>
            <a:endParaRPr b="0" lang="en-IN" sz="2400" strike="noStrike" u="none">
              <a:solidFill>
                <a:srgbClr val="000000"/>
              </a:solidFill>
              <a:effectLst/>
              <a:uFillTx/>
              <a:latin typeface="Tahoma"/>
            </a:endParaRPr>
          </a:p>
          <a:p>
            <a:pPr marL="343080" indent="-343080">
              <a:lnSpc>
                <a:spcPct val="10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FAR 52.232-32, Performance-Based Payments</a:t>
            </a:r>
            <a:endParaRPr b="0" lang="en-IN" sz="2400" strike="noStrike" u="none">
              <a:solidFill>
                <a:srgbClr val="000000"/>
              </a:solidFill>
              <a:effectLst/>
              <a:uFillTx/>
              <a:latin typeface="Tahoma"/>
            </a:endParaRPr>
          </a:p>
          <a:p>
            <a:pPr marL="343080" indent="-343080">
              <a:lnSpc>
                <a:spcPct val="10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FAR 32.113, Customary Contract Financing</a:t>
            </a:r>
            <a:endParaRPr b="0" lang="en-IN" sz="2400" strike="noStrike" u="none">
              <a:solidFill>
                <a:srgbClr val="000000"/>
              </a:solidFill>
              <a:effectLst/>
              <a:uFillTx/>
              <a:latin typeface="Tahoma"/>
            </a:endParaRPr>
          </a:p>
          <a:p>
            <a:pPr marL="343080" indent="-343080">
              <a:lnSpc>
                <a:spcPct val="10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FAR 52.232-31, Invitation to Propose Financing Terms</a:t>
            </a:r>
            <a:endParaRPr b="0" lang="en-IN" sz="2400" strike="noStrike" u="none">
              <a:solidFill>
                <a:srgbClr val="000000"/>
              </a:solidFill>
              <a:effectLst/>
              <a:uFillTx/>
              <a:latin typeface="Tahoma"/>
            </a:endParaRPr>
          </a:p>
        </p:txBody>
      </p:sp>
      <p:sp>
        <p:nvSpPr>
          <p:cNvPr id="4" name="PlaceHolder 3"/>
          <p:cNvSpPr>
            <a:spLocks noGrp="1"/>
          </p:cNvSpPr>
          <p:nvPr>
            <p:ph type="sldNum" idx="3"/>
          </p:nvPr>
        </p:nvSpPr>
        <p:spPr/>
        <p:txBody>
          <a:bodyPr/>
          <a:p>
            <a:fld id="{94473123-183C-47DE-972C-8B3AE6577249}" type="slidenum">
              <a:t>23</a:t>
            </a:fld>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5" name="PlaceHolder 1"/>
          <p:cNvSpPr>
            <a:spLocks noGrp="1"/>
          </p:cNvSpPr>
          <p:nvPr>
            <p:ph type="title"/>
          </p:nvPr>
        </p:nvSpPr>
        <p:spPr>
          <a:xfrm>
            <a:off x="1503000" y="228240"/>
            <a:ext cx="7792920" cy="121932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333399"/>
                </a:solidFill>
                <a:effectLst/>
                <a:uFillTx/>
                <a:latin typeface="Tahoma"/>
              </a:rPr>
              <a:t>Questions?</a:t>
            </a:r>
            <a:endParaRPr b="0" lang="en-IN" sz="4400" strike="noStrike" u="none">
              <a:solidFill>
                <a:srgbClr val="333399"/>
              </a:solidFill>
              <a:effectLst/>
              <a:uFillTx/>
              <a:latin typeface="Tahoma"/>
            </a:endParaRPr>
          </a:p>
        </p:txBody>
      </p:sp>
      <p:pic>
        <p:nvPicPr>
          <p:cNvPr id="156" name="" descr=""/>
          <p:cNvPicPr/>
          <p:nvPr/>
        </p:nvPicPr>
        <p:blipFill>
          <a:blip r:embed="rId1"/>
          <a:stretch/>
        </p:blipFill>
        <p:spPr>
          <a:xfrm>
            <a:off x="1295280" y="2971800"/>
            <a:ext cx="2590920" cy="2462040"/>
          </a:xfrm>
          <a:prstGeom prst="rect">
            <a:avLst/>
          </a:prstGeom>
          <a:noFill/>
          <a:ln w="0">
            <a:noFill/>
          </a:ln>
        </p:spPr>
      </p:pic>
      <p:pic>
        <p:nvPicPr>
          <p:cNvPr id="157" name="" descr=""/>
          <p:cNvPicPr/>
          <p:nvPr/>
        </p:nvPicPr>
        <p:blipFill>
          <a:blip r:embed="rId2"/>
          <a:stretch/>
        </p:blipFill>
        <p:spPr>
          <a:xfrm>
            <a:off x="4772160" y="609480"/>
            <a:ext cx="866520" cy="858960"/>
          </a:xfrm>
          <a:prstGeom prst="rect">
            <a:avLst/>
          </a:prstGeom>
          <a:noFill/>
          <a:ln w="0">
            <a:noFill/>
          </a:ln>
        </p:spPr>
      </p:pic>
      <p:pic>
        <p:nvPicPr>
          <p:cNvPr id="158" name="" descr=""/>
          <p:cNvPicPr/>
          <p:nvPr/>
        </p:nvPicPr>
        <p:blipFill>
          <a:blip r:embed="rId3"/>
          <a:stretch/>
        </p:blipFill>
        <p:spPr>
          <a:xfrm>
            <a:off x="5460840" y="2438280"/>
            <a:ext cx="2752920" cy="3200400"/>
          </a:xfrm>
          <a:prstGeom prst="rect">
            <a:avLst/>
          </a:prstGeom>
          <a:noFill/>
          <a:ln w="0">
            <a:noFill/>
          </a:ln>
        </p:spPr>
      </p:pic>
      <p:sp>
        <p:nvSpPr>
          <p:cNvPr id="3" name="PlaceHolder 2"/>
          <p:cNvSpPr>
            <a:spLocks noGrp="1"/>
          </p:cNvSpPr>
          <p:nvPr>
            <p:ph type="sldNum" idx="3"/>
          </p:nvPr>
        </p:nvSpPr>
        <p:spPr/>
        <p:txBody>
          <a:bodyPr/>
          <a:p>
            <a:fld id="{5B6E75D9-DE1B-4784-979B-E842E4479292}" type="slidenum">
              <a:t>24</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2661</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2007-02-08T13:51:33Z</dcterms:created>
  <dc:creator>Bill Stevens</dc:creator>
  <dc:description/>
  <dc:language>en-IN</dc:language>
  <cp:lastModifiedBy>wlbehnke</cp:lastModifiedBy>
  <dcterms:modified xsi:type="dcterms:W3CDTF">2007-03-14T12:36:06Z</dcterms:modified>
  <cp:revision>112</cp:revision>
  <dc:subject/>
  <dc:title>Contract Financing </dc:title>
</cp:coreProperties>
</file>