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wmf" ContentType="image/x-wmf"/>
  <Override PartName="/ppt/media/image10.wmf" ContentType="image/x-wmf"/>
  <Override PartName="/ppt/media/image11.wmf" ContentType="image/x-wmf"/>
  <Override PartName="/ppt/media/image12.wmf" ContentType="image/x-wmf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18960" y="1828800"/>
            <a:ext cx="8825040" cy="5029200"/>
            <a:chOff x="318960" y="1828800"/>
            <a:chExt cx="8825040" cy="5029200"/>
          </a:xfrm>
        </p:grpSpPr>
        <p:sp>
          <p:nvSpPr>
            <p:cNvPr id="1" name=""/>
            <p:cNvSpPr/>
            <p:nvPr/>
          </p:nvSpPr>
          <p:spPr>
            <a:xfrm>
              <a:off x="838080" y="4618080"/>
              <a:ext cx="8305920" cy="22399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333360" y="1828800"/>
              <a:ext cx="8810640" cy="5029200"/>
            </a:xfrm>
            <a:custGeom>
              <a:avLst/>
              <a:gdLst/>
              <a:ahLst/>
              <a:rect l="l" t="t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838080" y="4654440"/>
              <a:ext cx="8305920" cy="220356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38080" y="1828800"/>
              <a:ext cx="73137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38080" y="1828800"/>
              <a:ext cx="46080" cy="283356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36640" y="4610160"/>
              <a:ext cx="46080" cy="2247840"/>
            </a:xfrm>
            <a:custGeom>
              <a:avLst/>
              <a:gdLst/>
              <a:ahLst/>
              <a:rect l="l" t="t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318960" y="4610160"/>
              <a:ext cx="45705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18960" y="4610160"/>
              <a:ext cx="47880" cy="22478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10196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dt" idx="1"/>
          </p:nvPr>
        </p:nvSpPr>
        <p:spPr>
          <a:xfrm>
            <a:off x="83772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2"/>
          </p:nvPr>
        </p:nvSpPr>
        <p:spPr>
          <a:xfrm>
            <a:off x="3428640" y="6244920"/>
            <a:ext cx="28954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241659-5B34-4056-8BD4-8451E33BD5D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Click to edit the title text format</a:t>
            </a:r>
            <a:endParaRPr b="1" lang="en-IN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318960" y="1752480"/>
            <a:ext cx="8825040" cy="5129280"/>
            <a:chOff x="318960" y="1752480"/>
            <a:chExt cx="8825040" cy="5129280"/>
          </a:xfrm>
        </p:grpSpPr>
        <p:sp>
          <p:nvSpPr>
            <p:cNvPr id="15" name=""/>
            <p:cNvSpPr/>
            <p:nvPr/>
          </p:nvSpPr>
          <p:spPr>
            <a:xfrm>
              <a:off x="333360" y="1752480"/>
              <a:ext cx="8810640" cy="5105520"/>
            </a:xfrm>
            <a:custGeom>
              <a:avLst/>
              <a:gdLst/>
              <a:ahLst/>
              <a:rect l="l" t="t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006600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38080" y="3809880"/>
              <a:ext cx="8305920" cy="30481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18960" y="3773520"/>
              <a:ext cx="54849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38080" y="1752480"/>
              <a:ext cx="776952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18960" y="3773520"/>
              <a:ext cx="47880" cy="31082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38080" y="1752480"/>
              <a:ext cx="46080" cy="511992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90720" y="190512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Click to edit the title text format</a:t>
            </a:r>
            <a:endParaRPr b="1" lang="en-IN" sz="5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99036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46860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DD528C-0F40-4C2F-AF59-37724837B35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image" Target="../media/image7.wmf"/><Relationship Id="rId6" Type="http://schemas.openxmlformats.org/officeDocument/2006/relationships/image" Target="../media/image8.wmf"/><Relationship Id="rId7" Type="http://schemas.openxmlformats.org/officeDocument/2006/relationships/image" Target="../media/image9.wmf"/><Relationship Id="rId8" Type="http://schemas.openxmlformats.org/officeDocument/2006/relationships/image" Target="../media/image10.wmf"/><Relationship Id="rId9" Type="http://schemas.openxmlformats.org/officeDocument/2006/relationships/image" Target="../media/image11.wmf"/><Relationship Id="rId10" Type="http://schemas.openxmlformats.org/officeDocument/2006/relationships/image" Target="../media/image12.wmf"/><Relationship Id="rId11" Type="http://schemas.openxmlformats.org/officeDocument/2006/relationships/image" Target="../media/image13.png"/><Relationship Id="rId12" Type="http://schemas.openxmlformats.org/officeDocument/2006/relationships/image" Target="../media/image2.png"/><Relationship Id="rId1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1447920" y="152280"/>
            <a:ext cx="7696080" cy="6248520"/>
          </a:xfrm>
          <a:prstGeom prst="ellipse">
            <a:avLst/>
          </a:prstGeom>
          <a:gradFill rotWithShape="0">
            <a:gsLst>
              <a:gs pos="0">
                <a:srgbClr val="99cc00"/>
              </a:gs>
              <a:gs pos="100000">
                <a:srgbClr val="0080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3895560" y="2133720"/>
            <a:ext cx="50292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 energizer adapted from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 Up for Learning!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Physical Activity Supplement 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0" y="2457360"/>
            <a:ext cx="4876920" cy="424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 txBox="1"/>
          <p:nvPr/>
        </p:nvSpPr>
        <p:spPr>
          <a:xfrm rot="20751600">
            <a:off x="396720" y="699840"/>
            <a:ext cx="6919920" cy="157788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Wave1">
              <a:avLst>
                <a:gd name="adj1" fmla="val 6481"/>
                <a:gd name="adj2" fmla="val 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6600" spc="3" strike="noStrike" u="none">
                <a:ln w="38160">
                  <a:solidFill>
                    <a:srgbClr val="000000"/>
                  </a:solidFill>
                  <a:miter/>
                </a:ln>
                <a:solidFill>
                  <a:srgbClr val="99cc00"/>
                </a:solidFill>
                <a:effectLst>
                  <a:outerShdw dist="40186" dir="17296359" blurRad="0" rotWithShape="0">
                    <a:srgbClr val="006600"/>
                  </a:outerShdw>
                </a:effectLst>
                <a:uFillTx/>
                <a:latin typeface="Berlin Sans FB Demi"/>
              </a:rPr>
              <a:t>"Let-us" Conga!</a:t>
            </a:r>
            <a:endParaRPr b="0" lang="en-IN" sz="6600" spc="3" strike="noStrike" u="none">
              <a:ln w="38160">
                <a:solidFill>
                  <a:srgbClr val="000000"/>
                </a:solidFill>
                <a:miter/>
              </a:ln>
              <a:solidFill>
                <a:srgbClr val="99cc00"/>
              </a:solidFill>
              <a:effectLst>
                <a:outerShdw dist="40186" dir="17296359" blurRad="0" rotWithShape="0">
                  <a:srgbClr val="006600"/>
                </a:outerShdw>
              </a:effectLst>
              <a:uFillTx/>
              <a:latin typeface="Berlin Sans FB Demi"/>
              <a:ea typeface="Berlin Sans FB Demi"/>
            </a:endParaRPr>
          </a:p>
        </p:txBody>
      </p:sp>
      <p:pic>
        <p:nvPicPr>
          <p:cNvPr id="30" name="" descr=""/>
          <p:cNvPicPr/>
          <p:nvPr/>
        </p:nvPicPr>
        <p:blipFill>
          <a:blip r:embed="rId2"/>
          <a:stretch/>
        </p:blipFill>
        <p:spPr>
          <a:xfrm>
            <a:off x="7763040" y="5638680"/>
            <a:ext cx="1380960" cy="10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-360" y="228600"/>
            <a:ext cx="9296280" cy="1432080"/>
          </a:xfrm>
          <a:prstGeom prst="rect">
            <a:avLst/>
          </a:prstGeom>
          <a:solidFill>
            <a:srgbClr val="99cc00"/>
          </a:solidFill>
          <a:ln w="2844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   Let-us get started!</a:t>
            </a:r>
            <a:r>
              <a:rPr b="1" lang="en-IN" sz="4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 </a:t>
            </a:r>
            <a:endParaRPr b="1" lang="en-IN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Form a conga line with your table mates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Place your hands on the shoulders of the person in front of you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When the name of a fruit/veggie is called: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Reach “high” if the f/v grows high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Reach to the “side” for medium growing f/v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Squat “low” for low growing f/v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Comic Sans MS"/>
              </a:rPr>
              <a:t>READY??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7763040" y="5638680"/>
            <a:ext cx="1380960" cy="10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1905120" y="762120"/>
            <a:ext cx="5180040" cy="513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1828800" y="-152280"/>
            <a:ext cx="5424480" cy="601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3"/>
          <a:stretch/>
        </p:blipFill>
        <p:spPr>
          <a:xfrm>
            <a:off x="2286000" y="0"/>
            <a:ext cx="4054320" cy="655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4"/>
          <a:stretch/>
        </p:blipFill>
        <p:spPr>
          <a:xfrm>
            <a:off x="1920960" y="228600"/>
            <a:ext cx="5183280" cy="546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5"/>
          <a:stretch/>
        </p:blipFill>
        <p:spPr>
          <a:xfrm>
            <a:off x="2743200" y="0"/>
            <a:ext cx="4273560" cy="623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6"/>
          <a:stretch/>
        </p:blipFill>
        <p:spPr>
          <a:xfrm>
            <a:off x="1676520" y="838080"/>
            <a:ext cx="5927760" cy="503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7"/>
          <a:stretch/>
        </p:blipFill>
        <p:spPr>
          <a:xfrm>
            <a:off x="2057400" y="838080"/>
            <a:ext cx="5456160" cy="504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8"/>
          <a:stretch/>
        </p:blipFill>
        <p:spPr>
          <a:xfrm>
            <a:off x="2666880" y="0"/>
            <a:ext cx="4284720" cy="592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9"/>
          <a:stretch/>
        </p:blipFill>
        <p:spPr>
          <a:xfrm>
            <a:off x="2286000" y="457200"/>
            <a:ext cx="4497480" cy="592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10"/>
          <a:stretch/>
        </p:blipFill>
        <p:spPr>
          <a:xfrm>
            <a:off x="2276640" y="304920"/>
            <a:ext cx="4908240" cy="58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0" y="0"/>
            <a:ext cx="1143000" cy="78958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62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C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O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N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G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A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Berlin Sans FB Demi"/>
              </a:rPr>
              <a:t>!!</a:t>
            </a: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9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1"/>
          <a:stretch/>
        </p:blipFill>
        <p:spPr>
          <a:xfrm>
            <a:off x="4419720" y="32767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12"/>
          <a:stretch/>
        </p:blipFill>
        <p:spPr>
          <a:xfrm>
            <a:off x="7763040" y="5638680"/>
            <a:ext cx="1380960" cy="10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afterEffect" fill="hold" presetClass="mediacall" presetID="1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afterEffect" fill="hold" presetClass="entr" presetID="1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37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39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41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43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0"/>
                            </p:stCondLst>
                            <p:childTnLst>
                              <p:par>
                                <p:cTn id="45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47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1000"/>
                            </p:stCondLst>
                            <p:childTnLst>
                              <p:par>
                                <p:cTn id="49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51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8000"/>
                            </p:stCondLst>
                            <p:childTnLst>
                              <p:par>
                                <p:cTn id="53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55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0"/>
                            </p:stCondLst>
                            <p:childTnLst>
                              <p:par>
                                <p:cTn id="57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59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0"/>
                            </p:stCondLst>
                            <p:childTnLst>
                              <p:par>
                                <p:cTn id="61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63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9000"/>
                            </p:stCondLst>
                            <p:childTnLst>
                              <p:par>
                                <p:cTn id="65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67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000"/>
                            </p:stCondLst>
                            <p:childTnLst>
                              <p:par>
                                <p:cTn id="69" nodeType="afterEffect" fill="hold" presetClass="entr" presetID="1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71" dur="1" fill="hold">
                                    <p:stCondLst>
                                      <p:cond delay="700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/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447920" y="152280"/>
            <a:ext cx="7696080" cy="6248520"/>
          </a:xfrm>
          <a:prstGeom prst="ellipse">
            <a:avLst/>
          </a:prstGeom>
          <a:gradFill rotWithShape="0">
            <a:gsLst>
              <a:gs pos="0">
                <a:srgbClr val="99cc00"/>
              </a:gs>
              <a:gs pos="100000">
                <a:srgbClr val="0080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267080" y="2209320"/>
            <a:ext cx="4657680" cy="39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hope you enjoyed the physical activity break.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Try to incorporate at        least 60 minutes of PA     into every day!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 rot="397800">
            <a:off x="0" y="2457000"/>
            <a:ext cx="4876920" cy="424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 txBox="1"/>
          <p:nvPr/>
        </p:nvSpPr>
        <p:spPr>
          <a:xfrm rot="20751600">
            <a:off x="396720" y="699840"/>
            <a:ext cx="6919920" cy="157788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Wave1">
              <a:avLst>
                <a:gd name="adj1" fmla="val 6481"/>
                <a:gd name="adj2" fmla="val 0"/>
              </a:avLst>
            </a:prstTxWarp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6600" spc="3" strike="noStrike" u="none">
                <a:ln w="38160">
                  <a:solidFill>
                    <a:srgbClr val="000000"/>
                  </a:solidFill>
                  <a:miter/>
                </a:ln>
                <a:solidFill>
                  <a:srgbClr val="99cc00"/>
                </a:solidFill>
                <a:effectLst>
                  <a:outerShdw dist="40186" dir="17296359" blurRad="0" rotWithShape="0">
                    <a:srgbClr val="006600"/>
                  </a:outerShdw>
                </a:effectLst>
                <a:uFillTx/>
                <a:latin typeface="Berlin Sans FB Demi"/>
              </a:rPr>
              <a:t>"Let-us" Conga!</a:t>
            </a:r>
            <a:endParaRPr b="0" lang="en-IN" sz="6600" spc="3" strike="noStrike" u="none">
              <a:ln w="38160">
                <a:solidFill>
                  <a:srgbClr val="000000"/>
                </a:solidFill>
                <a:miter/>
              </a:ln>
              <a:solidFill>
                <a:srgbClr val="99cc00"/>
              </a:solidFill>
              <a:effectLst>
                <a:outerShdw dist="40186" dir="17296359" blurRad="0" rotWithShape="0">
                  <a:srgbClr val="006600"/>
                </a:outerShdw>
              </a:effectLst>
              <a:uFillTx/>
              <a:latin typeface="Berlin Sans FB Demi"/>
              <a:ea typeface="Berlin Sans FB Demi"/>
            </a:endParaRPr>
          </a:p>
        </p:txBody>
      </p:sp>
      <p:pic>
        <p:nvPicPr>
          <p:cNvPr id="51" name="" descr=""/>
          <p:cNvPicPr/>
          <p:nvPr/>
        </p:nvPicPr>
        <p:blipFill>
          <a:blip r:embed="rId2"/>
          <a:stretch/>
        </p:blipFill>
        <p:spPr>
          <a:xfrm>
            <a:off x="7763040" y="5638680"/>
            <a:ext cx="1380960" cy="103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2007-01-16T16:36:48Z</dcterms:created>
  <dc:creator>jabrams</dc:creator>
  <dc:description/>
  <dc:language>en-IN</dc:language>
  <cp:lastModifiedBy>pbachara</cp:lastModifiedBy>
  <dcterms:modified xsi:type="dcterms:W3CDTF">2010-09-29T13:31:15Z</dcterms:modified>
  <cp:revision>12</cp:revision>
  <dc:subject/>
  <dc:title>“Let-us” Conga!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/>
  </property>
  <property fmtid="{D5CDD505-2E9C-101B-9397-08002B2CF9AE}" pid="3" name="ContentType">
    <vt:lpwstr>CDPH Document</vt:lpwstr>
  </property>
  <property fmtid="{D5CDD505-2E9C-101B-9397-08002B2CF9AE}" pid="4" name="HealthPubTopics">
    <vt:lpwstr/>
  </property>
  <property fmtid="{D5CDD505-2E9C-101B-9397-08002B2CF9AE}" pid="5" name="Language">
    <vt:lpwstr>English</vt:lpwstr>
  </property>
  <property fmtid="{D5CDD505-2E9C-101B-9397-08002B2CF9AE}" pid="6" name="Nav">
    <vt:lpwstr/>
  </property>
  <property fmtid="{D5CDD505-2E9C-101B-9397-08002B2CF9AE}" pid="7" name="Organization">
    <vt:lpwstr>7</vt:lpwstr>
  </property>
  <property fmtid="{D5CDD505-2E9C-101B-9397-08002B2CF9AE}" pid="8" name="Publication Type">
    <vt:lpwstr/>
  </property>
  <property fmtid="{D5CDD505-2E9C-101B-9397-08002B2CF9AE}" pid="9" name="PublishingContactName">
    <vt:lpwstr/>
  </property>
  <property fmtid="{D5CDD505-2E9C-101B-9397-08002B2CF9AE}" pid="10" name="PublishingExpirationDate">
    <vt:lpwstr/>
  </property>
  <property fmtid="{D5CDD505-2E9C-101B-9397-08002B2CF9AE}" pid="11" name="PublishingStartDate">
    <vt:lpwstr/>
  </property>
  <property fmtid="{D5CDD505-2E9C-101B-9397-08002B2CF9AE}" pid="12" name="Reading Level">
    <vt:lpwstr/>
  </property>
  <property fmtid="{D5CDD505-2E9C-101B-9397-08002B2CF9AE}" pid="13" name="Target Audience Group">
    <vt:lpwstr/>
  </property>
  <property fmtid="{D5CDD505-2E9C-101B-9397-08002B2CF9AE}" pid="14" name="TemplateUrl">
    <vt:lpwstr/>
  </property>
  <property fmtid="{D5CDD505-2E9C-101B-9397-08002B2CF9AE}" pid="15" name="Topics">
    <vt:lpwstr/>
  </property>
  <property fmtid="{D5CDD505-2E9C-101B-9397-08002B2CF9AE}" pid="16" name="_SharedFileIndex">
    <vt:lpwstr/>
  </property>
  <property fmtid="{D5CDD505-2E9C-101B-9397-08002B2CF9AE}" pid="17" name="_SourceUrl">
    <vt:lpwstr/>
  </property>
  <property fmtid="{D5CDD505-2E9C-101B-9397-08002B2CF9AE}" pid="18" name="display_urn:schemas-microsoft-com:office:office#Author">
    <vt:lpwstr>System Account</vt:lpwstr>
  </property>
  <property fmtid="{D5CDD505-2E9C-101B-9397-08002B2CF9AE}" pid="19" name="display_urn:schemas-microsoft-com:office:office#Editor">
    <vt:lpwstr>System Account</vt:lpwstr>
  </property>
  <property fmtid="{D5CDD505-2E9C-101B-9397-08002B2CF9AE}" pid="20" name="xd_ProgID">
    <vt:lpwstr/>
  </property>
  <property fmtid="{D5CDD505-2E9C-101B-9397-08002B2CF9AE}" pid="21" name="xd_Signature">
    <vt:lpwstr/>
  </property>
</Properties>
</file>