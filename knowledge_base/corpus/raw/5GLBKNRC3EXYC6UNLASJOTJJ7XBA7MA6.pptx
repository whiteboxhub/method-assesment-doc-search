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embeddings/oleObject1.bin" ContentType="application/vnd.openxmlformats-officedocument.oleObject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wmf" ContentType="image/x-wmf"/>
  <Override PartName="/ppt/media/image6.wmf" ContentType="image/x-wmf"/>
  <Override PartName="/ppt/media/image7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E275428-B85B-439D-84B9-7F7A82F74F8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46280" y="304560"/>
            <a:ext cx="7603920" cy="80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4000" strike="noStrike" u="none">
              <a:solidFill>
                <a:srgbClr val="ffee4d"/>
              </a:solidFill>
              <a:effectLst/>
              <a:uFillTx/>
              <a:latin typeface="Trebuchet M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77960" y="1109160"/>
            <a:ext cx="7184880" cy="504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90000"/>
              </a:lnSpc>
              <a:spcBef>
                <a:spcPts val="799"/>
              </a:spcBef>
              <a:spcAft>
                <a:spcPts val="7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61E3B44-830D-4D9F-9377-8E52DE35B62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ack%20with%20small%20imagine" descr=""/>
          <p:cNvPicPr/>
          <p:nvPr/>
        </p:nvPicPr>
        <p:blipFill>
          <a:blip r:embed="rId2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746280" y="304560"/>
            <a:ext cx="7603920" cy="804600"/>
          </a:xfrm>
          <a:prstGeom prst="rect">
            <a:avLst/>
          </a:prstGeom>
          <a:noFill/>
          <a:ln w="0">
            <a:noFill/>
          </a:ln>
          <a:effectLst>
            <a:outerShdw dist="17819" dir="2700000" blurRad="0" rotWithShape="0">
              <a:srgbClr val="000000"/>
            </a:outerShdw>
          </a:effectLst>
        </p:spPr>
        <p:txBody>
          <a:bodyPr lIns="90000" rIns="90000" tIns="46800" bIns="468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ee4d"/>
                </a:solidFill>
                <a:effectLst/>
                <a:uFillTx/>
                <a:latin typeface="Trebuchet MS"/>
              </a:rPr>
              <a:t>Click to edit the title text format</a:t>
            </a:r>
            <a:endParaRPr b="1" lang="en-IN" sz="4000" strike="noStrike" u="none">
              <a:solidFill>
                <a:srgbClr val="ffee4d"/>
              </a:solidFill>
              <a:effectLst/>
              <a:uFillTx/>
              <a:latin typeface="Trebuchet M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777960" y="1109160"/>
            <a:ext cx="7184880" cy="504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799"/>
              </a:spcAft>
              <a:buClr>
                <a:srgbClr val="156719"/>
              </a:buClr>
              <a:buSzPct val="120000"/>
              <a:buFont typeface="Trebuchet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1" marL="747720" indent="-290520">
              <a:lnSpc>
                <a:spcPct val="90000"/>
              </a:lnSpc>
              <a:spcBef>
                <a:spcPts val="799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2" marL="1198440" indent="-336600">
              <a:lnSpc>
                <a:spcPct val="90000"/>
              </a:lnSpc>
              <a:spcBef>
                <a:spcPts val="799"/>
              </a:spcBef>
              <a:spcAft>
                <a:spcPts val="799"/>
              </a:spcAft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3" marL="1600200" indent="-228600">
              <a:lnSpc>
                <a:spcPct val="90000"/>
              </a:lnSpc>
              <a:spcBef>
                <a:spcPts val="799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4" marL="2057400" indent="-228600">
              <a:lnSpc>
                <a:spcPct val="90000"/>
              </a:lnSpc>
              <a:spcBef>
                <a:spcPts val="799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5" marL="2057400" indent="-228600">
              <a:lnSpc>
                <a:spcPct val="90000"/>
              </a:lnSpc>
              <a:spcBef>
                <a:spcPts val="799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  <a:p>
            <a:pPr lvl="6" marL="2057400" indent="-228600">
              <a:lnSpc>
                <a:spcPct val="90000"/>
              </a:lnSpc>
              <a:spcBef>
                <a:spcPts val="799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rebuchet MS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1"/>
          </p:nvPr>
        </p:nvSpPr>
        <p:spPr>
          <a:xfrm>
            <a:off x="7008480" y="646560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60E75A-CA0F-4948-A046-73D67C3241A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wmf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1481040" y="1992240"/>
            <a:ext cx="6183360" cy="32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Testimony of Trent L. Clark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Monsanto Public and Government Affairs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before the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Natural Resources Legislative Interim Committee - Bear River Working Group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April 27, 2004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8%20-%20An%20Aerial%20Shot%20of%20Soda%20Springs" descr=""/>
          <p:cNvPicPr/>
          <p:nvPr/>
        </p:nvPicPr>
        <p:blipFill>
          <a:blip r:embed="rId1"/>
          <a:stretch/>
        </p:blipFill>
        <p:spPr>
          <a:xfrm>
            <a:off x="711360" y="996840"/>
            <a:ext cx="7264080" cy="493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/>
          <p:nvPr/>
        </p:nvSpPr>
        <p:spPr>
          <a:xfrm>
            <a:off x="1027440" y="1211400"/>
            <a:ext cx="24692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Soda Springs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17%20-%20The%20Famous%20Soda%20Springs%20Geyser" descr=""/>
          <p:cNvPicPr/>
          <p:nvPr/>
        </p:nvPicPr>
        <p:blipFill>
          <a:blip r:embed="rId1"/>
          <a:srcRect l="3660" t="7188" r="3037" b="1802"/>
          <a:stretch/>
        </p:blipFill>
        <p:spPr>
          <a:xfrm>
            <a:off x="765000" y="960480"/>
            <a:ext cx="3757680" cy="544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4991040" y="1444680"/>
            <a:ext cx="272088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“Tosoiba”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Land of sparkling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waters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onitoring%20Wells" descr=""/>
          <p:cNvPicPr/>
          <p:nvPr/>
        </p:nvPicPr>
        <p:blipFill>
          <a:blip r:embed="rId1"/>
          <a:stretch/>
        </p:blipFill>
        <p:spPr>
          <a:xfrm>
            <a:off x="849240" y="950760"/>
            <a:ext cx="3760920" cy="542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"/>
          <p:cNvSpPr/>
          <p:nvPr/>
        </p:nvSpPr>
        <p:spPr>
          <a:xfrm>
            <a:off x="5106960" y="1413000"/>
            <a:ext cx="2517840" cy="37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Monsanto has spent </a:t>
            </a: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millions of $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characterizing and monitoring the aquifer(s) in and around our operations, including the installation of nearly </a:t>
            </a: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 monitoring wells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"/>
          <p:cNvGraphicFramePr/>
          <p:nvPr/>
        </p:nvGraphicFramePr>
        <p:xfrm>
          <a:off x="584280" y="636480"/>
          <a:ext cx="7711920" cy="50799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4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84280" y="636480"/>
                    <a:ext cx="7711920" cy="50799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5" name=""/>
          <p:cNvSpPr/>
          <p:nvPr/>
        </p:nvSpPr>
        <p:spPr>
          <a:xfrm>
            <a:off x="965160" y="5384880"/>
            <a:ext cx="52894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Understanding the hydro-geology in and around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Monsanto’s operations has been a key component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of our business for decades now.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ROCESS" descr=""/>
          <p:cNvPicPr/>
          <p:nvPr/>
        </p:nvPicPr>
        <p:blipFill>
          <a:blip r:embed="rId1"/>
          <a:stretch/>
        </p:blipFill>
        <p:spPr>
          <a:xfrm>
            <a:off x="750960" y="1041480"/>
            <a:ext cx="7088040" cy="4902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26%20-%20Pouring%20Out%20Excess%20Slag" descr=""/>
          <p:cNvPicPr/>
          <p:nvPr/>
        </p:nvPicPr>
        <p:blipFill>
          <a:blip r:embed="rId1"/>
          <a:stretch/>
        </p:blipFill>
        <p:spPr>
          <a:xfrm>
            <a:off x="2835360" y="976320"/>
            <a:ext cx="5132160" cy="384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"/>
          <p:cNvSpPr/>
          <p:nvPr/>
        </p:nvSpPr>
        <p:spPr>
          <a:xfrm>
            <a:off x="1095480" y="4968720"/>
            <a:ext cx="662148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Cooling water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The electrodes in Monsanto’s electric arc furnaces burn at temperatures as high as 14,000 degrees F., hot enough to melt rock into liquid.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1073160" y="1619280"/>
            <a:ext cx="6964200" cy="37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Recognize and respect state, tribal, and federal water rights, contracts, and interstate compacts or decrees of the United States Supreme Court that allocate the right to use water.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Maintain and modernize existing water facilities so they will continue to provide water and power.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Enhance water conservation, use efficiency, and resource monitoring to allow existing water supplies to be used more effectively.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032120" y="249120"/>
            <a:ext cx="65937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Some Guiding Principles (Water 2025)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1096920" y="1881360"/>
            <a:ext cx="6964560" cy="31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Use collaborative approaches and market based transfers to minimize conflicts.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Improve water treatment technology, such as desalination, to help increase water supply.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Existing water supply infrastructure can provide additional benefits for existing and emerging needs for water.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032120" y="249120"/>
            <a:ext cx="65937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Some Guiding Principles (Water 2025)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2002-12-13T14:03:50Z</dcterms:created>
  <dc:creator>Doug Sattazahn</dc:creator>
  <dc:description/>
  <dc:language>en-IN</dc:language>
  <cp:lastModifiedBy>Idaho Department of Water Resources</cp:lastModifiedBy>
  <dcterms:modified xsi:type="dcterms:W3CDTF">2004-06-02T11:07:07Z</dcterms:modified>
  <cp:revision>26</cp:revision>
  <dc:subject/>
  <dc:title>Slide 1</dc:title>
</cp:coreProperties>
</file>