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/>
  <p:notesSz cx="6858000" cy="91805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1371240" y="76320"/>
            <a:ext cx="7543800" cy="76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685800" y="137160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body"/>
          </p:nvPr>
        </p:nvSpPr>
        <p:spPr>
          <a:xfrm>
            <a:off x="685800" y="137160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1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1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499"/>
              </a:spcBef>
              <a:buClr>
                <a:srgbClr val="000000"/>
              </a:buClr>
              <a:buFont typeface="Arial"/>
              <a:buChar char="&gt;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1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1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499"/>
              </a:spcBef>
              <a:buClr>
                <a:srgbClr val="000000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1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499"/>
              </a:spcBef>
              <a:buClr>
                <a:srgbClr val="000000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1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499"/>
              </a:spcBef>
              <a:buClr>
                <a:srgbClr val="000000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1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5812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" name=""/>
          <p:cNvGrpSpPr/>
          <p:nvPr/>
        </p:nvGrpSpPr>
        <p:grpSpPr>
          <a:xfrm>
            <a:off x="914400" y="76320"/>
            <a:ext cx="8229240" cy="685800"/>
            <a:chOff x="914400" y="76320"/>
            <a:chExt cx="8229240" cy="685800"/>
          </a:xfrm>
        </p:grpSpPr>
        <p:sp>
          <p:nvSpPr>
            <p:cNvPr id="3" name=""/>
            <p:cNvSpPr/>
            <p:nvPr/>
          </p:nvSpPr>
          <p:spPr>
            <a:xfrm>
              <a:off x="914400" y="76320"/>
              <a:ext cx="8229240" cy="685800"/>
            </a:xfrm>
            <a:custGeom>
              <a:avLst/>
              <a:gdLst/>
              <a:ahLst/>
              <a:rect l="l" t="t" r="r" b="b"/>
              <a:pathLst>
                <a:path w="4848" h="432">
                  <a:moveTo>
                    <a:pt x="4848" y="48"/>
                  </a:moveTo>
                  <a:lnTo>
                    <a:pt x="4848" y="432"/>
                  </a:lnTo>
                  <a:cubicBezTo>
                    <a:pt x="4848" y="432"/>
                    <a:pt x="2424" y="432"/>
                    <a:pt x="0" y="432"/>
                  </a:cubicBezTo>
                  <a:cubicBezTo>
                    <a:pt x="161" y="345"/>
                    <a:pt x="169" y="61"/>
                    <a:pt x="0" y="0"/>
                  </a:cubicBezTo>
                  <a:cubicBezTo>
                    <a:pt x="2424" y="0"/>
                    <a:pt x="4848" y="0"/>
                    <a:pt x="4848" y="0"/>
                  </a:cubicBezTo>
                  <a:lnTo>
                    <a:pt x="4848" y="48"/>
                  </a:lnTo>
                  <a:close/>
                </a:path>
              </a:pathLst>
            </a:custGeom>
            <a:solidFill>
              <a:srgbClr val="ccccff"/>
            </a:solidFill>
            <a:ln w="936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grpSp>
          <p:nvGrpSpPr>
            <p:cNvPr id="4" name=""/>
            <p:cNvGrpSpPr/>
            <p:nvPr/>
          </p:nvGrpSpPr>
          <p:grpSpPr>
            <a:xfrm>
              <a:off x="1815840" y="76320"/>
              <a:ext cx="6495480" cy="680400"/>
              <a:chOff x="1815840" y="76320"/>
              <a:chExt cx="6495480" cy="680400"/>
            </a:xfrm>
          </p:grpSpPr>
          <p:grpSp>
            <p:nvGrpSpPr>
              <p:cNvPr id="5" name=""/>
              <p:cNvGrpSpPr/>
              <p:nvPr/>
            </p:nvGrpSpPr>
            <p:grpSpPr>
              <a:xfrm>
                <a:off x="1815840" y="77760"/>
                <a:ext cx="3747600" cy="677160"/>
                <a:chOff x="1815840" y="77760"/>
                <a:chExt cx="3747600" cy="677160"/>
              </a:xfrm>
            </p:grpSpPr>
            <p:sp>
              <p:nvSpPr>
                <p:cNvPr id="6" name=""/>
                <p:cNvSpPr/>
                <p:nvPr/>
              </p:nvSpPr>
              <p:spPr>
                <a:xfrm>
                  <a:off x="3913920" y="699480"/>
                  <a:ext cx="11880" cy="12600"/>
                </a:xfrm>
                <a:custGeom>
                  <a:avLst/>
                  <a:gdLst/>
                  <a:ahLst/>
                  <a:rect l="l" t="t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34200" bIns="-342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7" name=""/>
                <p:cNvSpPr/>
                <p:nvPr/>
              </p:nvSpPr>
              <p:spPr>
                <a:xfrm>
                  <a:off x="4041000" y="742320"/>
                  <a:ext cx="15120" cy="12600"/>
                </a:xfrm>
                <a:custGeom>
                  <a:avLst/>
                  <a:gdLst/>
                  <a:ahLst/>
                  <a:rect l="l" t="t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34200" bIns="-342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8" name=""/>
                <p:cNvSpPr/>
                <p:nvPr/>
              </p:nvSpPr>
              <p:spPr>
                <a:xfrm>
                  <a:off x="3681360" y="672480"/>
                  <a:ext cx="21600" cy="21960"/>
                </a:xfrm>
                <a:custGeom>
                  <a:avLst/>
                  <a:gdLst/>
                  <a:ahLst/>
                  <a:rect l="l" t="t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24840" bIns="-2484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9" name=""/>
                <p:cNvSpPr/>
                <p:nvPr/>
              </p:nvSpPr>
              <p:spPr>
                <a:xfrm>
                  <a:off x="3421440" y="693360"/>
                  <a:ext cx="18360" cy="7560"/>
                </a:xfrm>
                <a:custGeom>
                  <a:avLst/>
                  <a:gdLst/>
                  <a:ahLst/>
                  <a:rect l="l" t="t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39240" bIns="-3924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10" name=""/>
                <p:cNvSpPr/>
                <p:nvPr/>
              </p:nvSpPr>
              <p:spPr>
                <a:xfrm>
                  <a:off x="3343320" y="702720"/>
                  <a:ext cx="47520" cy="25200"/>
                </a:xfrm>
                <a:custGeom>
                  <a:avLst/>
                  <a:gdLst/>
                  <a:ahLst/>
                  <a:rect l="l" t="t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21600" bIns="-216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11" name=""/>
                <p:cNvSpPr/>
                <p:nvPr/>
              </p:nvSpPr>
              <p:spPr>
                <a:xfrm>
                  <a:off x="3294000" y="701280"/>
                  <a:ext cx="48960" cy="24840"/>
                </a:xfrm>
                <a:custGeom>
                  <a:avLst/>
                  <a:gdLst/>
                  <a:ahLst/>
                  <a:rect l="l" t="t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21960" bIns="-2196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12" name=""/>
                <p:cNvSpPr/>
                <p:nvPr/>
              </p:nvSpPr>
              <p:spPr>
                <a:xfrm>
                  <a:off x="3027600" y="563040"/>
                  <a:ext cx="256320" cy="147240"/>
                </a:xfrm>
                <a:custGeom>
                  <a:avLst/>
                  <a:gdLst/>
                  <a:ahLst/>
                  <a:rect l="l" t="t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13" name=""/>
                <p:cNvSpPr/>
                <p:nvPr/>
              </p:nvSpPr>
              <p:spPr>
                <a:xfrm>
                  <a:off x="3184200" y="553680"/>
                  <a:ext cx="113400" cy="107640"/>
                </a:xfrm>
                <a:custGeom>
                  <a:avLst/>
                  <a:gdLst/>
                  <a:ahLst/>
                  <a:rect l="l" t="t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14" name=""/>
                <p:cNvSpPr/>
                <p:nvPr/>
              </p:nvSpPr>
              <p:spPr>
                <a:xfrm>
                  <a:off x="3294000" y="602640"/>
                  <a:ext cx="79560" cy="20520"/>
                </a:xfrm>
                <a:custGeom>
                  <a:avLst/>
                  <a:gdLst/>
                  <a:ahLst/>
                  <a:rect l="l" t="t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26280" bIns="-2628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15" name=""/>
                <p:cNvSpPr/>
                <p:nvPr/>
              </p:nvSpPr>
              <p:spPr>
                <a:xfrm>
                  <a:off x="3290760" y="628200"/>
                  <a:ext cx="54000" cy="53640"/>
                </a:xfrm>
                <a:custGeom>
                  <a:avLst/>
                  <a:gdLst/>
                  <a:ahLst/>
                  <a:rect l="l" t="t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6840" bIns="684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16" name=""/>
                <p:cNvSpPr/>
                <p:nvPr/>
              </p:nvSpPr>
              <p:spPr>
                <a:xfrm>
                  <a:off x="3382560" y="597960"/>
                  <a:ext cx="26640" cy="31320"/>
                </a:xfrm>
                <a:custGeom>
                  <a:avLst/>
                  <a:gdLst/>
                  <a:ahLst/>
                  <a:rect l="l" t="t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15480" bIns="-1548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17" name=""/>
                <p:cNvSpPr/>
                <p:nvPr/>
              </p:nvSpPr>
              <p:spPr>
                <a:xfrm>
                  <a:off x="3389040" y="647280"/>
                  <a:ext cx="33840" cy="15480"/>
                </a:xfrm>
                <a:custGeom>
                  <a:avLst/>
                  <a:gdLst/>
                  <a:ahLst/>
                  <a:rect l="l" t="t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31320" bIns="-3132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18" name=""/>
                <p:cNvSpPr/>
                <p:nvPr/>
              </p:nvSpPr>
              <p:spPr>
                <a:xfrm>
                  <a:off x="3425040" y="623520"/>
                  <a:ext cx="43560" cy="26640"/>
                </a:xfrm>
                <a:custGeom>
                  <a:avLst/>
                  <a:gdLst/>
                  <a:ahLst/>
                  <a:rect l="l" t="t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20160" bIns="-2016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19" name=""/>
                <p:cNvSpPr/>
                <p:nvPr/>
              </p:nvSpPr>
              <p:spPr>
                <a:xfrm>
                  <a:off x="3436920" y="636120"/>
                  <a:ext cx="207000" cy="96480"/>
                </a:xfrm>
                <a:custGeom>
                  <a:avLst/>
                  <a:gdLst/>
                  <a:ahLst/>
                  <a:rect l="l" t="t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0" name=""/>
                <p:cNvSpPr/>
                <p:nvPr/>
              </p:nvSpPr>
              <p:spPr>
                <a:xfrm>
                  <a:off x="3616560" y="645480"/>
                  <a:ext cx="56160" cy="41040"/>
                </a:xfrm>
                <a:custGeom>
                  <a:avLst/>
                  <a:gdLst/>
                  <a:ahLst/>
                  <a:rect l="l" t="t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5760" bIns="-576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1" name=""/>
                <p:cNvSpPr/>
                <p:nvPr/>
              </p:nvSpPr>
              <p:spPr>
                <a:xfrm>
                  <a:off x="3735720" y="558360"/>
                  <a:ext cx="13320" cy="9000"/>
                </a:xfrm>
                <a:custGeom>
                  <a:avLst/>
                  <a:gdLst/>
                  <a:ahLst/>
                  <a:rect l="l" t="t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37800" bIns="-378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2" name=""/>
                <p:cNvSpPr/>
                <p:nvPr/>
              </p:nvSpPr>
              <p:spPr>
                <a:xfrm>
                  <a:off x="3807000" y="621720"/>
                  <a:ext cx="18360" cy="12600"/>
                </a:xfrm>
                <a:custGeom>
                  <a:avLst/>
                  <a:gdLst/>
                  <a:ahLst/>
                  <a:rect l="l" t="t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34200" bIns="-342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3" name=""/>
                <p:cNvSpPr/>
                <p:nvPr/>
              </p:nvSpPr>
              <p:spPr>
                <a:xfrm>
                  <a:off x="3577680" y="478800"/>
                  <a:ext cx="13320" cy="7560"/>
                </a:xfrm>
                <a:custGeom>
                  <a:avLst/>
                  <a:gdLst/>
                  <a:ahLst/>
                  <a:rect l="l" t="t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39240" bIns="-3924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4" name=""/>
                <p:cNvSpPr/>
                <p:nvPr/>
              </p:nvSpPr>
              <p:spPr>
                <a:xfrm>
                  <a:off x="3457440" y="545760"/>
                  <a:ext cx="13320" cy="7560"/>
                </a:xfrm>
                <a:custGeom>
                  <a:avLst/>
                  <a:gdLst/>
                  <a:ahLst/>
                  <a:rect l="l" t="t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39240" bIns="-3924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5" name=""/>
                <p:cNvSpPr/>
                <p:nvPr/>
              </p:nvSpPr>
              <p:spPr>
                <a:xfrm>
                  <a:off x="3324960" y="524880"/>
                  <a:ext cx="57600" cy="42480"/>
                </a:xfrm>
                <a:custGeom>
                  <a:avLst/>
                  <a:gdLst/>
                  <a:ahLst/>
                  <a:rect l="l" t="t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4320" bIns="-432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6" name=""/>
                <p:cNvSpPr/>
                <p:nvPr/>
              </p:nvSpPr>
              <p:spPr>
                <a:xfrm>
                  <a:off x="3305880" y="434520"/>
                  <a:ext cx="67680" cy="91800"/>
                </a:xfrm>
                <a:custGeom>
                  <a:avLst/>
                  <a:gdLst/>
                  <a:ahLst/>
                  <a:rect l="l" t="t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7" name=""/>
                <p:cNvSpPr/>
                <p:nvPr/>
              </p:nvSpPr>
              <p:spPr>
                <a:xfrm>
                  <a:off x="3323160" y="501120"/>
                  <a:ext cx="23760" cy="26640"/>
                </a:xfrm>
                <a:custGeom>
                  <a:avLst/>
                  <a:gdLst/>
                  <a:ahLst/>
                  <a:rect l="l" t="t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20160" bIns="-2016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8" name=""/>
                <p:cNvSpPr/>
                <p:nvPr/>
              </p:nvSpPr>
              <p:spPr>
                <a:xfrm>
                  <a:off x="3275640" y="507600"/>
                  <a:ext cx="31680" cy="26640"/>
                </a:xfrm>
                <a:custGeom>
                  <a:avLst/>
                  <a:gdLst/>
                  <a:ahLst/>
                  <a:rect l="l" t="t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20160" bIns="-2016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9" name=""/>
                <p:cNvSpPr/>
                <p:nvPr/>
              </p:nvSpPr>
              <p:spPr>
                <a:xfrm>
                  <a:off x="5055840" y="470880"/>
                  <a:ext cx="507600" cy="284040"/>
                </a:xfrm>
                <a:custGeom>
                  <a:avLst/>
                  <a:gdLst/>
                  <a:ahLst/>
                  <a:rect l="l" t="t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30" name=""/>
                <p:cNvSpPr/>
                <p:nvPr/>
              </p:nvSpPr>
              <p:spPr>
                <a:xfrm>
                  <a:off x="4383720" y="78840"/>
                  <a:ext cx="712800" cy="448920"/>
                </a:xfrm>
                <a:custGeom>
                  <a:avLst/>
                  <a:gdLst/>
                  <a:ahLst/>
                  <a:rect l="l" t="t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31" name=""/>
                <p:cNvSpPr/>
                <p:nvPr/>
              </p:nvSpPr>
              <p:spPr>
                <a:xfrm>
                  <a:off x="4164840" y="401040"/>
                  <a:ext cx="25560" cy="25200"/>
                </a:xfrm>
                <a:custGeom>
                  <a:avLst/>
                  <a:gdLst/>
                  <a:ahLst/>
                  <a:rect l="l" t="t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21600" bIns="-216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32" name=""/>
                <p:cNvSpPr/>
                <p:nvPr/>
              </p:nvSpPr>
              <p:spPr>
                <a:xfrm>
                  <a:off x="4144320" y="391680"/>
                  <a:ext cx="27000" cy="18720"/>
                </a:xfrm>
                <a:custGeom>
                  <a:avLst/>
                  <a:gdLst/>
                  <a:ahLst/>
                  <a:rect l="l" t="t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28080" bIns="-2808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33" name=""/>
                <p:cNvSpPr/>
                <p:nvPr/>
              </p:nvSpPr>
              <p:spPr>
                <a:xfrm>
                  <a:off x="4967640" y="339120"/>
                  <a:ext cx="123840" cy="52200"/>
                </a:xfrm>
                <a:custGeom>
                  <a:avLst/>
                  <a:gdLst/>
                  <a:ahLst/>
                  <a:rect l="l" t="t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5400" bIns="54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34" name=""/>
                <p:cNvSpPr/>
                <p:nvPr/>
              </p:nvSpPr>
              <p:spPr>
                <a:xfrm>
                  <a:off x="5098680" y="381960"/>
                  <a:ext cx="99720" cy="23760"/>
                </a:xfrm>
                <a:custGeom>
                  <a:avLst/>
                  <a:gdLst/>
                  <a:ahLst/>
                  <a:rect l="l" t="t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23040" bIns="-2304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35" name=""/>
                <p:cNvSpPr/>
                <p:nvPr/>
              </p:nvSpPr>
              <p:spPr>
                <a:xfrm>
                  <a:off x="5045760" y="394920"/>
                  <a:ext cx="40680" cy="21600"/>
                </a:xfrm>
                <a:custGeom>
                  <a:avLst/>
                  <a:gdLst/>
                  <a:ahLst/>
                  <a:rect l="l" t="t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25200" bIns="-252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36" name=""/>
                <p:cNvSpPr/>
                <p:nvPr/>
              </p:nvSpPr>
              <p:spPr>
                <a:xfrm>
                  <a:off x="5018400" y="326520"/>
                  <a:ext cx="27000" cy="28080"/>
                </a:xfrm>
                <a:custGeom>
                  <a:avLst/>
                  <a:gdLst/>
                  <a:ahLst/>
                  <a:rect l="l" t="t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18720" bIns="-1872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37" name=""/>
                <p:cNvSpPr/>
                <p:nvPr/>
              </p:nvSpPr>
              <p:spPr>
                <a:xfrm>
                  <a:off x="5234400" y="412200"/>
                  <a:ext cx="31680" cy="42480"/>
                </a:xfrm>
                <a:custGeom>
                  <a:avLst/>
                  <a:gdLst/>
                  <a:ahLst/>
                  <a:rect l="l" t="t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4320" bIns="-432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38" name=""/>
                <p:cNvSpPr/>
                <p:nvPr/>
              </p:nvSpPr>
              <p:spPr>
                <a:xfrm>
                  <a:off x="4659120" y="86760"/>
                  <a:ext cx="347760" cy="64800"/>
                </a:xfrm>
                <a:custGeom>
                  <a:avLst/>
                  <a:gdLst/>
                  <a:ahLst/>
                  <a:rect l="l" t="t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18000" bIns="180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39" name=""/>
                <p:cNvSpPr/>
                <p:nvPr/>
              </p:nvSpPr>
              <p:spPr>
                <a:xfrm>
                  <a:off x="4351320" y="85320"/>
                  <a:ext cx="322560" cy="31320"/>
                </a:xfrm>
                <a:custGeom>
                  <a:avLst/>
                  <a:gdLst/>
                  <a:ahLst/>
                  <a:rect l="l" t="t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15480" bIns="-1548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40" name=""/>
                <p:cNvSpPr/>
                <p:nvPr/>
              </p:nvSpPr>
              <p:spPr>
                <a:xfrm>
                  <a:off x="3640680" y="131400"/>
                  <a:ext cx="30240" cy="15480"/>
                </a:xfrm>
                <a:custGeom>
                  <a:avLst/>
                  <a:gdLst/>
                  <a:ahLst/>
                  <a:rect l="l" t="t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31320" bIns="-3132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41" name=""/>
                <p:cNvSpPr/>
                <p:nvPr/>
              </p:nvSpPr>
              <p:spPr>
                <a:xfrm>
                  <a:off x="2808720" y="85320"/>
                  <a:ext cx="740160" cy="240840"/>
                </a:xfrm>
                <a:custGeom>
                  <a:avLst/>
                  <a:gdLst/>
                  <a:ahLst/>
                  <a:rect l="l" t="t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42" name=""/>
                <p:cNvSpPr/>
                <p:nvPr/>
              </p:nvSpPr>
              <p:spPr>
                <a:xfrm>
                  <a:off x="3550320" y="77760"/>
                  <a:ext cx="33840" cy="86760"/>
                </a:xfrm>
                <a:custGeom>
                  <a:avLst/>
                  <a:gdLst/>
                  <a:ahLst/>
                  <a:rect l="l" t="t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39960" bIns="3996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43" name=""/>
                <p:cNvSpPr/>
                <p:nvPr/>
              </p:nvSpPr>
              <p:spPr>
                <a:xfrm>
                  <a:off x="3530160" y="150480"/>
                  <a:ext cx="99720" cy="53640"/>
                </a:xfrm>
                <a:custGeom>
                  <a:avLst/>
                  <a:gdLst/>
                  <a:ahLst/>
                  <a:rect l="l" t="t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6840" bIns="684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44" name=""/>
                <p:cNvSpPr/>
                <p:nvPr/>
              </p:nvSpPr>
              <p:spPr>
                <a:xfrm>
                  <a:off x="3423240" y="201240"/>
                  <a:ext cx="135720" cy="113760"/>
                </a:xfrm>
                <a:custGeom>
                  <a:avLst/>
                  <a:gdLst/>
                  <a:ahLst/>
                  <a:rect l="l" t="t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45" name=""/>
                <p:cNvSpPr/>
                <p:nvPr/>
              </p:nvSpPr>
              <p:spPr>
                <a:xfrm>
                  <a:off x="3513240" y="234360"/>
                  <a:ext cx="10080" cy="6120"/>
                </a:xfrm>
                <a:custGeom>
                  <a:avLst/>
                  <a:gdLst/>
                  <a:ahLst/>
                  <a:rect l="l" t="t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40680" bIns="-4068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46" name=""/>
                <p:cNvSpPr/>
                <p:nvPr/>
              </p:nvSpPr>
              <p:spPr>
                <a:xfrm>
                  <a:off x="2752560" y="312120"/>
                  <a:ext cx="588960" cy="299880"/>
                </a:xfrm>
                <a:custGeom>
                  <a:avLst/>
                  <a:gdLst/>
                  <a:ahLst/>
                  <a:rect l="l" t="t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47" name=""/>
                <p:cNvSpPr/>
                <p:nvPr/>
              </p:nvSpPr>
              <p:spPr>
                <a:xfrm>
                  <a:off x="2856240" y="518760"/>
                  <a:ext cx="32040" cy="45720"/>
                </a:xfrm>
                <a:custGeom>
                  <a:avLst/>
                  <a:gdLst/>
                  <a:ahLst/>
                  <a:rect l="l" t="t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1080" bIns="-108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48" name=""/>
                <p:cNvSpPr/>
                <p:nvPr/>
              </p:nvSpPr>
              <p:spPr>
                <a:xfrm>
                  <a:off x="3307680" y="362880"/>
                  <a:ext cx="30600" cy="37800"/>
                </a:xfrm>
                <a:custGeom>
                  <a:avLst/>
                  <a:gdLst/>
                  <a:ahLst/>
                  <a:rect l="l" t="t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9000" bIns="-90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49" name=""/>
                <p:cNvSpPr/>
                <p:nvPr/>
              </p:nvSpPr>
              <p:spPr>
                <a:xfrm>
                  <a:off x="3394080" y="344160"/>
                  <a:ext cx="15120" cy="15480"/>
                </a:xfrm>
                <a:custGeom>
                  <a:avLst/>
                  <a:gdLst/>
                  <a:ahLst/>
                  <a:rect l="l" t="t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31320" bIns="-3132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50" name=""/>
                <p:cNvSpPr/>
                <p:nvPr/>
              </p:nvSpPr>
              <p:spPr>
                <a:xfrm>
                  <a:off x="1815840" y="193320"/>
                  <a:ext cx="735120" cy="561600"/>
                </a:xfrm>
                <a:custGeom>
                  <a:avLst/>
                  <a:gdLst/>
                  <a:ahLst/>
                  <a:rect l="l" t="t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51" name=""/>
                <p:cNvSpPr/>
                <p:nvPr/>
              </p:nvSpPr>
              <p:spPr>
                <a:xfrm>
                  <a:off x="2100960" y="404280"/>
                  <a:ext cx="276480" cy="350640"/>
                </a:xfrm>
                <a:custGeom>
                  <a:avLst/>
                  <a:gdLst/>
                  <a:ahLst/>
                  <a:rect l="l" t="t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52" name=""/>
                <p:cNvSpPr/>
                <p:nvPr/>
              </p:nvSpPr>
              <p:spPr>
                <a:xfrm>
                  <a:off x="2588040" y="664560"/>
                  <a:ext cx="11880" cy="18720"/>
                </a:xfrm>
                <a:custGeom>
                  <a:avLst/>
                  <a:gdLst/>
                  <a:ahLst/>
                  <a:rect l="l" t="t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28080" bIns="-2808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53" name=""/>
                <p:cNvSpPr/>
                <p:nvPr/>
              </p:nvSpPr>
              <p:spPr>
                <a:xfrm>
                  <a:off x="2572920" y="483840"/>
                  <a:ext cx="15120" cy="10800"/>
                </a:xfrm>
                <a:custGeom>
                  <a:avLst/>
                  <a:gdLst/>
                  <a:ahLst/>
                  <a:rect l="l" t="t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36000" bIns="-360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54" name=""/>
                <p:cNvSpPr/>
                <p:nvPr/>
              </p:nvSpPr>
              <p:spPr>
                <a:xfrm>
                  <a:off x="1902240" y="261360"/>
                  <a:ext cx="42120" cy="15480"/>
                </a:xfrm>
                <a:custGeom>
                  <a:avLst/>
                  <a:gdLst/>
                  <a:ahLst/>
                  <a:rect l="l" t="t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31320" bIns="-3132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55" name=""/>
                <p:cNvSpPr/>
                <p:nvPr/>
              </p:nvSpPr>
              <p:spPr>
                <a:xfrm>
                  <a:off x="2414880" y="115560"/>
                  <a:ext cx="500760" cy="369360"/>
                </a:xfrm>
                <a:custGeom>
                  <a:avLst/>
                  <a:gdLst/>
                  <a:ahLst/>
                  <a:rect l="l" t="t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56" name=""/>
                <p:cNvSpPr/>
                <p:nvPr/>
              </p:nvSpPr>
              <p:spPr>
                <a:xfrm>
                  <a:off x="2073960" y="86760"/>
                  <a:ext cx="1002960" cy="150480"/>
                </a:xfrm>
                <a:custGeom>
                  <a:avLst/>
                  <a:gdLst/>
                  <a:ahLst/>
                  <a:rect l="l" t="t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57" name=""/>
                <p:cNvSpPr/>
                <p:nvPr/>
              </p:nvSpPr>
              <p:spPr>
                <a:xfrm>
                  <a:off x="2277720" y="142560"/>
                  <a:ext cx="21600" cy="15480"/>
                </a:xfrm>
                <a:custGeom>
                  <a:avLst/>
                  <a:gdLst/>
                  <a:ahLst/>
                  <a:rect l="l" t="t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31320" bIns="-3132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58" name=""/>
                <p:cNvSpPr/>
                <p:nvPr/>
              </p:nvSpPr>
              <p:spPr>
                <a:xfrm>
                  <a:off x="2252160" y="164520"/>
                  <a:ext cx="31680" cy="17280"/>
                </a:xfrm>
                <a:custGeom>
                  <a:avLst/>
                  <a:gdLst/>
                  <a:ahLst/>
                  <a:rect l="l" t="t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29520" bIns="-2952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59" name=""/>
                <p:cNvSpPr/>
                <p:nvPr/>
              </p:nvSpPr>
              <p:spPr>
                <a:xfrm>
                  <a:off x="2357280" y="229680"/>
                  <a:ext cx="54000" cy="9360"/>
                </a:xfrm>
                <a:custGeom>
                  <a:avLst/>
                  <a:gdLst/>
                  <a:ahLst/>
                  <a:rect l="l" t="t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37440" bIns="-3744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60" name=""/>
                <p:cNvSpPr/>
                <p:nvPr/>
              </p:nvSpPr>
              <p:spPr>
                <a:xfrm>
                  <a:off x="2450880" y="228240"/>
                  <a:ext cx="30240" cy="23400"/>
                </a:xfrm>
                <a:custGeom>
                  <a:avLst/>
                  <a:gdLst/>
                  <a:ahLst/>
                  <a:rect l="l" t="t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23400" bIns="-234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61" name=""/>
                <p:cNvSpPr/>
                <p:nvPr/>
              </p:nvSpPr>
              <p:spPr>
                <a:xfrm>
                  <a:off x="2201040" y="163080"/>
                  <a:ext cx="23760" cy="15480"/>
                </a:xfrm>
                <a:custGeom>
                  <a:avLst/>
                  <a:gdLst/>
                  <a:ahLst/>
                  <a:rect l="l" t="t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31320" bIns="-3132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  <p:grpSp>
            <p:nvGrpSpPr>
              <p:cNvPr id="62" name=""/>
              <p:cNvGrpSpPr/>
              <p:nvPr/>
            </p:nvGrpSpPr>
            <p:grpSpPr>
              <a:xfrm>
                <a:off x="6378840" y="76320"/>
                <a:ext cx="1932480" cy="680400"/>
                <a:chOff x="6378840" y="76320"/>
                <a:chExt cx="1932480" cy="680400"/>
              </a:xfrm>
            </p:grpSpPr>
            <p:sp>
              <p:nvSpPr>
                <p:cNvPr id="63" name=""/>
                <p:cNvSpPr/>
                <p:nvPr/>
              </p:nvSpPr>
              <p:spPr>
                <a:xfrm>
                  <a:off x="8243640" y="672840"/>
                  <a:ext cx="21600" cy="21960"/>
                </a:xfrm>
                <a:custGeom>
                  <a:avLst/>
                  <a:gdLst/>
                  <a:ahLst/>
                  <a:rect l="l" t="t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24840" bIns="-2484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64" name=""/>
                <p:cNvSpPr/>
                <p:nvPr/>
              </p:nvSpPr>
              <p:spPr>
                <a:xfrm>
                  <a:off x="7984080" y="693720"/>
                  <a:ext cx="18720" cy="7560"/>
                </a:xfrm>
                <a:custGeom>
                  <a:avLst/>
                  <a:gdLst/>
                  <a:ahLst/>
                  <a:rect l="l" t="t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39240" bIns="-3924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65" name=""/>
                <p:cNvSpPr/>
                <p:nvPr/>
              </p:nvSpPr>
              <p:spPr>
                <a:xfrm>
                  <a:off x="7905960" y="703080"/>
                  <a:ext cx="47520" cy="25200"/>
                </a:xfrm>
                <a:custGeom>
                  <a:avLst/>
                  <a:gdLst/>
                  <a:ahLst/>
                  <a:rect l="l" t="t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21600" bIns="-216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66" name=""/>
                <p:cNvSpPr/>
                <p:nvPr/>
              </p:nvSpPr>
              <p:spPr>
                <a:xfrm>
                  <a:off x="7857000" y="701640"/>
                  <a:ext cx="48600" cy="24840"/>
                </a:xfrm>
                <a:custGeom>
                  <a:avLst/>
                  <a:gdLst/>
                  <a:ahLst/>
                  <a:rect l="l" t="t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21960" bIns="-2196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67" name=""/>
                <p:cNvSpPr/>
                <p:nvPr/>
              </p:nvSpPr>
              <p:spPr>
                <a:xfrm>
                  <a:off x="7590240" y="563400"/>
                  <a:ext cx="256320" cy="147240"/>
                </a:xfrm>
                <a:custGeom>
                  <a:avLst/>
                  <a:gdLst/>
                  <a:ahLst/>
                  <a:rect l="l" t="t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68" name=""/>
                <p:cNvSpPr/>
                <p:nvPr/>
              </p:nvSpPr>
              <p:spPr>
                <a:xfrm>
                  <a:off x="7746480" y="554040"/>
                  <a:ext cx="113400" cy="107640"/>
                </a:xfrm>
                <a:custGeom>
                  <a:avLst/>
                  <a:gdLst/>
                  <a:ahLst/>
                  <a:rect l="l" t="t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69" name=""/>
                <p:cNvSpPr/>
                <p:nvPr/>
              </p:nvSpPr>
              <p:spPr>
                <a:xfrm>
                  <a:off x="7857000" y="603000"/>
                  <a:ext cx="79560" cy="20520"/>
                </a:xfrm>
                <a:custGeom>
                  <a:avLst/>
                  <a:gdLst/>
                  <a:ahLst/>
                  <a:rect l="l" t="t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26280" bIns="-2628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70" name=""/>
                <p:cNvSpPr/>
                <p:nvPr/>
              </p:nvSpPr>
              <p:spPr>
                <a:xfrm>
                  <a:off x="7853400" y="628560"/>
                  <a:ext cx="54000" cy="53640"/>
                </a:xfrm>
                <a:custGeom>
                  <a:avLst/>
                  <a:gdLst/>
                  <a:ahLst/>
                  <a:rect l="l" t="t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6840" bIns="684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71" name=""/>
                <p:cNvSpPr/>
                <p:nvPr/>
              </p:nvSpPr>
              <p:spPr>
                <a:xfrm>
                  <a:off x="7945200" y="598320"/>
                  <a:ext cx="26640" cy="31320"/>
                </a:xfrm>
                <a:custGeom>
                  <a:avLst/>
                  <a:gdLst/>
                  <a:ahLst/>
                  <a:rect l="l" t="t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15480" bIns="-1548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72" name=""/>
                <p:cNvSpPr/>
                <p:nvPr/>
              </p:nvSpPr>
              <p:spPr>
                <a:xfrm>
                  <a:off x="7951680" y="647640"/>
                  <a:ext cx="34200" cy="15480"/>
                </a:xfrm>
                <a:custGeom>
                  <a:avLst/>
                  <a:gdLst/>
                  <a:ahLst/>
                  <a:rect l="l" t="t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31320" bIns="-3132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73" name=""/>
                <p:cNvSpPr/>
                <p:nvPr/>
              </p:nvSpPr>
              <p:spPr>
                <a:xfrm>
                  <a:off x="7987320" y="623880"/>
                  <a:ext cx="43920" cy="26640"/>
                </a:xfrm>
                <a:custGeom>
                  <a:avLst/>
                  <a:gdLst/>
                  <a:ahLst/>
                  <a:rect l="l" t="t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20160" bIns="-2016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74" name=""/>
                <p:cNvSpPr/>
                <p:nvPr/>
              </p:nvSpPr>
              <p:spPr>
                <a:xfrm>
                  <a:off x="7999200" y="636480"/>
                  <a:ext cx="207000" cy="96480"/>
                </a:xfrm>
                <a:custGeom>
                  <a:avLst/>
                  <a:gdLst/>
                  <a:ahLst/>
                  <a:rect l="l" t="t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75" name=""/>
                <p:cNvSpPr/>
                <p:nvPr/>
              </p:nvSpPr>
              <p:spPr>
                <a:xfrm>
                  <a:off x="8179200" y="645840"/>
                  <a:ext cx="56160" cy="41040"/>
                </a:xfrm>
                <a:custGeom>
                  <a:avLst/>
                  <a:gdLst/>
                  <a:ahLst/>
                  <a:rect l="l" t="t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5760" bIns="-576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76" name=""/>
                <p:cNvSpPr/>
                <p:nvPr/>
              </p:nvSpPr>
              <p:spPr>
                <a:xfrm>
                  <a:off x="8298000" y="558720"/>
                  <a:ext cx="13320" cy="9000"/>
                </a:xfrm>
                <a:custGeom>
                  <a:avLst/>
                  <a:gdLst/>
                  <a:ahLst/>
                  <a:rect l="l" t="t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37800" bIns="-378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77" name=""/>
                <p:cNvSpPr/>
                <p:nvPr/>
              </p:nvSpPr>
              <p:spPr>
                <a:xfrm>
                  <a:off x="8140320" y="479160"/>
                  <a:ext cx="13320" cy="7560"/>
                </a:xfrm>
                <a:custGeom>
                  <a:avLst/>
                  <a:gdLst/>
                  <a:ahLst/>
                  <a:rect l="l" t="t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39240" bIns="-3924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78" name=""/>
                <p:cNvSpPr/>
                <p:nvPr/>
              </p:nvSpPr>
              <p:spPr>
                <a:xfrm>
                  <a:off x="8019720" y="546120"/>
                  <a:ext cx="13320" cy="7560"/>
                </a:xfrm>
                <a:custGeom>
                  <a:avLst/>
                  <a:gdLst/>
                  <a:ahLst/>
                  <a:rect l="l" t="t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39240" bIns="-3924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79" name=""/>
                <p:cNvSpPr/>
                <p:nvPr/>
              </p:nvSpPr>
              <p:spPr>
                <a:xfrm>
                  <a:off x="7887240" y="525240"/>
                  <a:ext cx="57600" cy="42480"/>
                </a:xfrm>
                <a:custGeom>
                  <a:avLst/>
                  <a:gdLst/>
                  <a:ahLst/>
                  <a:rect l="l" t="t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4320" bIns="-432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80" name=""/>
                <p:cNvSpPr/>
                <p:nvPr/>
              </p:nvSpPr>
              <p:spPr>
                <a:xfrm>
                  <a:off x="7868520" y="434880"/>
                  <a:ext cx="68040" cy="91800"/>
                </a:xfrm>
                <a:custGeom>
                  <a:avLst/>
                  <a:gdLst/>
                  <a:ahLst/>
                  <a:rect l="l" t="t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81" name=""/>
                <p:cNvSpPr/>
                <p:nvPr/>
              </p:nvSpPr>
              <p:spPr>
                <a:xfrm>
                  <a:off x="7885440" y="501480"/>
                  <a:ext cx="23760" cy="26640"/>
                </a:xfrm>
                <a:custGeom>
                  <a:avLst/>
                  <a:gdLst/>
                  <a:ahLst/>
                  <a:rect l="l" t="t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20160" bIns="-2016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82" name=""/>
                <p:cNvSpPr/>
                <p:nvPr/>
              </p:nvSpPr>
              <p:spPr>
                <a:xfrm>
                  <a:off x="7837920" y="507960"/>
                  <a:ext cx="32040" cy="26640"/>
                </a:xfrm>
                <a:custGeom>
                  <a:avLst/>
                  <a:gdLst/>
                  <a:ahLst/>
                  <a:rect l="l" t="t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20160" bIns="-2016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83" name=""/>
                <p:cNvSpPr/>
                <p:nvPr/>
              </p:nvSpPr>
              <p:spPr>
                <a:xfrm>
                  <a:off x="8202960" y="131760"/>
                  <a:ext cx="30240" cy="15480"/>
                </a:xfrm>
                <a:custGeom>
                  <a:avLst/>
                  <a:gdLst/>
                  <a:ahLst/>
                  <a:rect l="l" t="t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31320" bIns="-3132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84" name=""/>
                <p:cNvSpPr/>
                <p:nvPr/>
              </p:nvSpPr>
              <p:spPr>
                <a:xfrm>
                  <a:off x="7369560" y="85680"/>
                  <a:ext cx="743040" cy="240840"/>
                </a:xfrm>
                <a:custGeom>
                  <a:avLst/>
                  <a:gdLst/>
                  <a:ahLst/>
                  <a:rect l="l" t="t" r="r" b="b"/>
                  <a:pathLst>
                    <a:path w="438" h="152">
                      <a:moveTo>
                        <a:pt x="73" y="1"/>
                      </a:moveTo>
                      <a:lnTo>
                        <a:pt x="438" y="0"/>
                      </a:lnTo>
                      <a:cubicBezTo>
                        <a:pt x="432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85" name=""/>
                <p:cNvSpPr/>
                <p:nvPr/>
              </p:nvSpPr>
              <p:spPr>
                <a:xfrm>
                  <a:off x="8112960" y="76320"/>
                  <a:ext cx="34200" cy="87120"/>
                </a:xfrm>
                <a:custGeom>
                  <a:avLst/>
                  <a:gdLst/>
                  <a:ahLst/>
                  <a:rect l="l" t="t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0320" bIns="4032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86" name=""/>
                <p:cNvSpPr/>
                <p:nvPr/>
              </p:nvSpPr>
              <p:spPr>
                <a:xfrm>
                  <a:off x="8092440" y="150840"/>
                  <a:ext cx="100440" cy="53640"/>
                </a:xfrm>
                <a:custGeom>
                  <a:avLst/>
                  <a:gdLst/>
                  <a:ahLst/>
                  <a:rect l="l" t="t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6840" bIns="684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87" name=""/>
                <p:cNvSpPr/>
                <p:nvPr/>
              </p:nvSpPr>
              <p:spPr>
                <a:xfrm>
                  <a:off x="7985880" y="201600"/>
                  <a:ext cx="135360" cy="113760"/>
                </a:xfrm>
                <a:custGeom>
                  <a:avLst/>
                  <a:gdLst/>
                  <a:ahLst/>
                  <a:rect l="l" t="t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88" name=""/>
                <p:cNvSpPr/>
                <p:nvPr/>
              </p:nvSpPr>
              <p:spPr>
                <a:xfrm>
                  <a:off x="8075520" y="234720"/>
                  <a:ext cx="10080" cy="6120"/>
                </a:xfrm>
                <a:custGeom>
                  <a:avLst/>
                  <a:gdLst/>
                  <a:ahLst/>
                  <a:rect l="l" t="t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40680" bIns="-4068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89" name=""/>
                <p:cNvSpPr/>
                <p:nvPr/>
              </p:nvSpPr>
              <p:spPr>
                <a:xfrm>
                  <a:off x="7315560" y="312480"/>
                  <a:ext cx="588600" cy="299880"/>
                </a:xfrm>
                <a:custGeom>
                  <a:avLst/>
                  <a:gdLst/>
                  <a:ahLst/>
                  <a:rect l="l" t="t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90" name=""/>
                <p:cNvSpPr/>
                <p:nvPr/>
              </p:nvSpPr>
              <p:spPr>
                <a:xfrm>
                  <a:off x="7418880" y="519120"/>
                  <a:ext cx="32040" cy="45720"/>
                </a:xfrm>
                <a:custGeom>
                  <a:avLst/>
                  <a:gdLst/>
                  <a:ahLst/>
                  <a:rect l="l" t="t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1080" bIns="-108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91" name=""/>
                <p:cNvSpPr/>
                <p:nvPr/>
              </p:nvSpPr>
              <p:spPr>
                <a:xfrm>
                  <a:off x="7870320" y="363240"/>
                  <a:ext cx="30240" cy="37800"/>
                </a:xfrm>
                <a:custGeom>
                  <a:avLst/>
                  <a:gdLst/>
                  <a:ahLst/>
                  <a:rect l="l" t="t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9000" bIns="-90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92" name=""/>
                <p:cNvSpPr/>
                <p:nvPr/>
              </p:nvSpPr>
              <p:spPr>
                <a:xfrm>
                  <a:off x="7957080" y="344520"/>
                  <a:ext cx="14760" cy="15480"/>
                </a:xfrm>
                <a:custGeom>
                  <a:avLst/>
                  <a:gdLst/>
                  <a:ahLst/>
                  <a:rect l="l" t="t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31320" bIns="-3132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93" name=""/>
                <p:cNvSpPr/>
                <p:nvPr/>
              </p:nvSpPr>
              <p:spPr>
                <a:xfrm>
                  <a:off x="6378840" y="195120"/>
                  <a:ext cx="734400" cy="561600"/>
                </a:xfrm>
                <a:custGeom>
                  <a:avLst/>
                  <a:gdLst/>
                  <a:ahLst/>
                  <a:rect l="l" t="t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94" name=""/>
                <p:cNvSpPr/>
                <p:nvPr/>
              </p:nvSpPr>
              <p:spPr>
                <a:xfrm>
                  <a:off x="6663600" y="406440"/>
                  <a:ext cx="276480" cy="350280"/>
                </a:xfrm>
                <a:custGeom>
                  <a:avLst/>
                  <a:gdLst/>
                  <a:ahLst/>
                  <a:rect l="l" t="t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95" name=""/>
                <p:cNvSpPr/>
                <p:nvPr/>
              </p:nvSpPr>
              <p:spPr>
                <a:xfrm>
                  <a:off x="7150680" y="664920"/>
                  <a:ext cx="11880" cy="18720"/>
                </a:xfrm>
                <a:custGeom>
                  <a:avLst/>
                  <a:gdLst/>
                  <a:ahLst/>
                  <a:rect l="l" t="t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28080" bIns="-2808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96" name=""/>
                <p:cNvSpPr/>
                <p:nvPr/>
              </p:nvSpPr>
              <p:spPr>
                <a:xfrm>
                  <a:off x="7135200" y="484200"/>
                  <a:ext cx="15120" cy="10800"/>
                </a:xfrm>
                <a:custGeom>
                  <a:avLst/>
                  <a:gdLst/>
                  <a:ahLst/>
                  <a:rect l="l" t="t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36000" bIns="-360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97" name=""/>
                <p:cNvSpPr/>
                <p:nvPr/>
              </p:nvSpPr>
              <p:spPr>
                <a:xfrm>
                  <a:off x="6465240" y="261720"/>
                  <a:ext cx="42120" cy="15480"/>
                </a:xfrm>
                <a:custGeom>
                  <a:avLst/>
                  <a:gdLst/>
                  <a:ahLst/>
                  <a:rect l="l" t="t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31320" bIns="-3132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98" name=""/>
                <p:cNvSpPr/>
                <p:nvPr/>
              </p:nvSpPr>
              <p:spPr>
                <a:xfrm>
                  <a:off x="6977520" y="115920"/>
                  <a:ext cx="500400" cy="369360"/>
                </a:xfrm>
                <a:custGeom>
                  <a:avLst/>
                  <a:gdLst/>
                  <a:ahLst/>
                  <a:rect l="l" t="t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99" name=""/>
                <p:cNvSpPr/>
                <p:nvPr/>
              </p:nvSpPr>
              <p:spPr>
                <a:xfrm>
                  <a:off x="6636600" y="87120"/>
                  <a:ext cx="1002960" cy="150480"/>
                </a:xfrm>
                <a:custGeom>
                  <a:avLst/>
                  <a:gdLst/>
                  <a:ahLst/>
                  <a:rect l="l" t="t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100" name=""/>
                <p:cNvSpPr/>
                <p:nvPr/>
              </p:nvSpPr>
              <p:spPr>
                <a:xfrm>
                  <a:off x="6840000" y="142920"/>
                  <a:ext cx="21600" cy="15480"/>
                </a:xfrm>
                <a:custGeom>
                  <a:avLst/>
                  <a:gdLst/>
                  <a:ahLst/>
                  <a:rect l="l" t="t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31320" bIns="-3132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101" name=""/>
                <p:cNvSpPr/>
                <p:nvPr/>
              </p:nvSpPr>
              <p:spPr>
                <a:xfrm>
                  <a:off x="6814800" y="164880"/>
                  <a:ext cx="32040" cy="17280"/>
                </a:xfrm>
                <a:custGeom>
                  <a:avLst/>
                  <a:gdLst/>
                  <a:ahLst/>
                  <a:rect l="l" t="t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29520" bIns="-2952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102" name=""/>
                <p:cNvSpPr/>
                <p:nvPr/>
              </p:nvSpPr>
              <p:spPr>
                <a:xfrm>
                  <a:off x="6919920" y="230040"/>
                  <a:ext cx="54000" cy="9360"/>
                </a:xfrm>
                <a:custGeom>
                  <a:avLst/>
                  <a:gdLst/>
                  <a:ahLst/>
                  <a:rect l="l" t="t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37440" bIns="-3744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103" name=""/>
                <p:cNvSpPr/>
                <p:nvPr/>
              </p:nvSpPr>
              <p:spPr>
                <a:xfrm>
                  <a:off x="7013160" y="228600"/>
                  <a:ext cx="30240" cy="23400"/>
                </a:xfrm>
                <a:custGeom>
                  <a:avLst/>
                  <a:gdLst/>
                  <a:ahLst/>
                  <a:rect l="l" t="t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23400" bIns="-234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104" name=""/>
                <p:cNvSpPr/>
                <p:nvPr/>
              </p:nvSpPr>
              <p:spPr>
                <a:xfrm>
                  <a:off x="6764040" y="163440"/>
                  <a:ext cx="23400" cy="15480"/>
                </a:xfrm>
                <a:custGeom>
                  <a:avLst/>
                  <a:gdLst/>
                  <a:ahLst/>
                  <a:rect l="l" t="t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-31320" bIns="-3132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</p:grpSp>
        <p:grpSp>
          <p:nvGrpSpPr>
            <p:cNvPr id="105" name=""/>
            <p:cNvGrpSpPr/>
            <p:nvPr/>
          </p:nvGrpSpPr>
          <p:grpSpPr>
            <a:xfrm>
              <a:off x="1141560" y="87120"/>
              <a:ext cx="7981200" cy="663840"/>
              <a:chOff x="1141560" y="87120"/>
              <a:chExt cx="7981200" cy="663840"/>
            </a:xfrm>
          </p:grpSpPr>
          <p:sp>
            <p:nvSpPr>
              <p:cNvPr id="106" name=""/>
              <p:cNvSpPr/>
              <p:nvPr/>
            </p:nvSpPr>
            <p:spPr>
              <a:xfrm>
                <a:off x="1141560" y="438120"/>
                <a:ext cx="7981200" cy="0"/>
              </a:xfrm>
              <a:prstGeom prst="line">
                <a:avLst/>
              </a:prstGeom>
              <a:ln w="9360">
                <a:solidFill>
                  <a:srgbClr val="b2b2b2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7" name=""/>
              <p:cNvSpPr/>
              <p:nvPr/>
            </p:nvSpPr>
            <p:spPr>
              <a:xfrm>
                <a:off x="1528200" y="87120"/>
                <a:ext cx="0" cy="663840"/>
              </a:xfrm>
              <a:prstGeom prst="line">
                <a:avLst/>
              </a:prstGeom>
              <a:ln w="9360">
                <a:solidFill>
                  <a:srgbClr val="b2b2b2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8" name=""/>
              <p:cNvSpPr/>
              <p:nvPr/>
            </p:nvSpPr>
            <p:spPr>
              <a:xfrm>
                <a:off x="1915560" y="87120"/>
                <a:ext cx="0" cy="663840"/>
              </a:xfrm>
              <a:prstGeom prst="line">
                <a:avLst/>
              </a:prstGeom>
              <a:ln w="9360">
                <a:solidFill>
                  <a:srgbClr val="b2b2b2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9" name=""/>
              <p:cNvSpPr/>
              <p:nvPr/>
            </p:nvSpPr>
            <p:spPr>
              <a:xfrm>
                <a:off x="2302560" y="87120"/>
                <a:ext cx="0" cy="663840"/>
              </a:xfrm>
              <a:prstGeom prst="line">
                <a:avLst/>
              </a:prstGeom>
              <a:ln w="9360">
                <a:solidFill>
                  <a:srgbClr val="b2b2b2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10" name=""/>
              <p:cNvSpPr/>
              <p:nvPr/>
            </p:nvSpPr>
            <p:spPr>
              <a:xfrm>
                <a:off x="2689560" y="87120"/>
                <a:ext cx="0" cy="663840"/>
              </a:xfrm>
              <a:prstGeom prst="line">
                <a:avLst/>
              </a:prstGeom>
              <a:ln w="9360">
                <a:solidFill>
                  <a:srgbClr val="b2b2b2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11" name=""/>
              <p:cNvSpPr/>
              <p:nvPr/>
            </p:nvSpPr>
            <p:spPr>
              <a:xfrm>
                <a:off x="3076560" y="87120"/>
                <a:ext cx="0" cy="663840"/>
              </a:xfrm>
              <a:prstGeom prst="line">
                <a:avLst/>
              </a:prstGeom>
              <a:ln w="9360">
                <a:solidFill>
                  <a:srgbClr val="b2b2b2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12" name=""/>
              <p:cNvSpPr/>
              <p:nvPr/>
            </p:nvSpPr>
            <p:spPr>
              <a:xfrm>
                <a:off x="3463560" y="87120"/>
                <a:ext cx="0" cy="663840"/>
              </a:xfrm>
              <a:prstGeom prst="line">
                <a:avLst/>
              </a:prstGeom>
              <a:ln w="9360">
                <a:solidFill>
                  <a:srgbClr val="b2b2b2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13" name=""/>
              <p:cNvSpPr/>
              <p:nvPr/>
            </p:nvSpPr>
            <p:spPr>
              <a:xfrm>
                <a:off x="3850560" y="87120"/>
                <a:ext cx="0" cy="663840"/>
              </a:xfrm>
              <a:prstGeom prst="line">
                <a:avLst/>
              </a:prstGeom>
              <a:ln w="9360">
                <a:solidFill>
                  <a:srgbClr val="b2b2b2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14" name=""/>
              <p:cNvSpPr/>
              <p:nvPr/>
            </p:nvSpPr>
            <p:spPr>
              <a:xfrm>
                <a:off x="4237560" y="87120"/>
                <a:ext cx="0" cy="663840"/>
              </a:xfrm>
              <a:prstGeom prst="line">
                <a:avLst/>
              </a:prstGeom>
              <a:ln w="9360">
                <a:solidFill>
                  <a:srgbClr val="b2b2b2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15" name=""/>
              <p:cNvSpPr/>
              <p:nvPr/>
            </p:nvSpPr>
            <p:spPr>
              <a:xfrm>
                <a:off x="4624920" y="87120"/>
                <a:ext cx="0" cy="663840"/>
              </a:xfrm>
              <a:prstGeom prst="line">
                <a:avLst/>
              </a:prstGeom>
              <a:ln w="9360">
                <a:solidFill>
                  <a:srgbClr val="b2b2b2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16" name=""/>
              <p:cNvSpPr/>
              <p:nvPr/>
            </p:nvSpPr>
            <p:spPr>
              <a:xfrm>
                <a:off x="5011560" y="87120"/>
                <a:ext cx="0" cy="663840"/>
              </a:xfrm>
              <a:prstGeom prst="line">
                <a:avLst/>
              </a:prstGeom>
              <a:ln w="9360">
                <a:solidFill>
                  <a:srgbClr val="b2b2b2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17" name=""/>
              <p:cNvSpPr/>
              <p:nvPr/>
            </p:nvSpPr>
            <p:spPr>
              <a:xfrm>
                <a:off x="5398920" y="87120"/>
                <a:ext cx="0" cy="663840"/>
              </a:xfrm>
              <a:prstGeom prst="line">
                <a:avLst/>
              </a:prstGeom>
              <a:ln w="9360">
                <a:solidFill>
                  <a:srgbClr val="b2b2b2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18" name=""/>
              <p:cNvSpPr/>
              <p:nvPr/>
            </p:nvSpPr>
            <p:spPr>
              <a:xfrm>
                <a:off x="5785920" y="87120"/>
                <a:ext cx="0" cy="663840"/>
              </a:xfrm>
              <a:prstGeom prst="line">
                <a:avLst/>
              </a:prstGeom>
              <a:ln w="9360">
                <a:solidFill>
                  <a:srgbClr val="b2b2b2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19" name=""/>
              <p:cNvSpPr/>
              <p:nvPr/>
            </p:nvSpPr>
            <p:spPr>
              <a:xfrm>
                <a:off x="6172560" y="87120"/>
                <a:ext cx="0" cy="663840"/>
              </a:xfrm>
              <a:prstGeom prst="line">
                <a:avLst/>
              </a:prstGeom>
              <a:ln w="9360">
                <a:solidFill>
                  <a:srgbClr val="b2b2b2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20" name=""/>
              <p:cNvSpPr/>
              <p:nvPr/>
            </p:nvSpPr>
            <p:spPr>
              <a:xfrm>
                <a:off x="6559920" y="87120"/>
                <a:ext cx="0" cy="663840"/>
              </a:xfrm>
              <a:prstGeom prst="line">
                <a:avLst/>
              </a:prstGeom>
              <a:ln w="9360">
                <a:solidFill>
                  <a:srgbClr val="b2b2b2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21" name=""/>
              <p:cNvSpPr/>
              <p:nvPr/>
            </p:nvSpPr>
            <p:spPr>
              <a:xfrm>
                <a:off x="6946920" y="87120"/>
                <a:ext cx="0" cy="663840"/>
              </a:xfrm>
              <a:prstGeom prst="line">
                <a:avLst/>
              </a:prstGeom>
              <a:ln w="9360">
                <a:solidFill>
                  <a:srgbClr val="b2b2b2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22" name=""/>
              <p:cNvSpPr/>
              <p:nvPr/>
            </p:nvSpPr>
            <p:spPr>
              <a:xfrm>
                <a:off x="7333920" y="87120"/>
                <a:ext cx="0" cy="663840"/>
              </a:xfrm>
              <a:prstGeom prst="line">
                <a:avLst/>
              </a:prstGeom>
              <a:ln w="9360">
                <a:solidFill>
                  <a:srgbClr val="b2b2b2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23" name=""/>
              <p:cNvSpPr/>
              <p:nvPr/>
            </p:nvSpPr>
            <p:spPr>
              <a:xfrm>
                <a:off x="7720920" y="87120"/>
                <a:ext cx="0" cy="663840"/>
              </a:xfrm>
              <a:prstGeom prst="line">
                <a:avLst/>
              </a:prstGeom>
              <a:ln w="9360">
                <a:solidFill>
                  <a:srgbClr val="b2b2b2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24" name=""/>
              <p:cNvSpPr/>
              <p:nvPr/>
            </p:nvSpPr>
            <p:spPr>
              <a:xfrm>
                <a:off x="8107920" y="87120"/>
                <a:ext cx="0" cy="663840"/>
              </a:xfrm>
              <a:prstGeom prst="line">
                <a:avLst/>
              </a:prstGeom>
              <a:ln w="9360">
                <a:solidFill>
                  <a:srgbClr val="b2b2b2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25" name=""/>
              <p:cNvSpPr/>
              <p:nvPr/>
            </p:nvSpPr>
            <p:spPr>
              <a:xfrm>
                <a:off x="8494920" y="87120"/>
                <a:ext cx="0" cy="663840"/>
              </a:xfrm>
              <a:prstGeom prst="line">
                <a:avLst/>
              </a:prstGeom>
              <a:ln w="9360">
                <a:solidFill>
                  <a:srgbClr val="b2b2b2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26" name=""/>
              <p:cNvSpPr/>
              <p:nvPr/>
            </p:nvSpPr>
            <p:spPr>
              <a:xfrm>
                <a:off x="8881920" y="87120"/>
                <a:ext cx="0" cy="663840"/>
              </a:xfrm>
              <a:prstGeom prst="line">
                <a:avLst/>
              </a:prstGeom>
              <a:ln w="9360">
                <a:solidFill>
                  <a:srgbClr val="b2b2b2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127" name=""/>
            <p:cNvGrpSpPr/>
            <p:nvPr/>
          </p:nvGrpSpPr>
          <p:grpSpPr>
            <a:xfrm>
              <a:off x="1837800" y="84240"/>
              <a:ext cx="6270120" cy="671040"/>
              <a:chOff x="1837800" y="84240"/>
              <a:chExt cx="6270120" cy="671040"/>
            </a:xfrm>
          </p:grpSpPr>
          <p:sp>
            <p:nvSpPr>
              <p:cNvPr id="128" name=""/>
              <p:cNvSpPr/>
              <p:nvPr/>
            </p:nvSpPr>
            <p:spPr>
              <a:xfrm>
                <a:off x="4624560" y="85680"/>
                <a:ext cx="0" cy="225000"/>
              </a:xfrm>
              <a:prstGeom prst="line">
                <a:avLst/>
              </a:prstGeom>
              <a:ln w="9360">
                <a:solidFill>
                  <a:srgbClr val="cccc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29" name=""/>
              <p:cNvSpPr/>
              <p:nvPr/>
            </p:nvSpPr>
            <p:spPr>
              <a:xfrm>
                <a:off x="4831920" y="438120"/>
                <a:ext cx="118800" cy="0"/>
              </a:xfrm>
              <a:prstGeom prst="line">
                <a:avLst/>
              </a:prstGeom>
              <a:ln w="9360">
                <a:solidFill>
                  <a:srgbClr val="cccc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30" name=""/>
              <p:cNvSpPr/>
              <p:nvPr/>
            </p:nvSpPr>
            <p:spPr>
              <a:xfrm>
                <a:off x="5011920" y="466560"/>
                <a:ext cx="0" cy="44280"/>
              </a:xfrm>
              <a:prstGeom prst="line">
                <a:avLst/>
              </a:prstGeom>
              <a:ln w="9360">
                <a:solidFill>
                  <a:srgbClr val="cccc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520" bIns="-252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31" name=""/>
              <p:cNvSpPr/>
              <p:nvPr/>
            </p:nvSpPr>
            <p:spPr>
              <a:xfrm>
                <a:off x="5398920" y="625320"/>
                <a:ext cx="0" cy="124920"/>
              </a:xfrm>
              <a:prstGeom prst="line">
                <a:avLst/>
              </a:prstGeom>
              <a:ln w="9360">
                <a:solidFill>
                  <a:srgbClr val="cccc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32" name=""/>
              <p:cNvSpPr/>
              <p:nvPr/>
            </p:nvSpPr>
            <p:spPr>
              <a:xfrm>
                <a:off x="6560280" y="263520"/>
                <a:ext cx="0" cy="285120"/>
              </a:xfrm>
              <a:prstGeom prst="line">
                <a:avLst/>
              </a:prstGeom>
              <a:ln w="9360">
                <a:solidFill>
                  <a:srgbClr val="cccc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33" name=""/>
              <p:cNvSpPr/>
              <p:nvPr/>
            </p:nvSpPr>
            <p:spPr>
              <a:xfrm>
                <a:off x="6400440" y="438120"/>
                <a:ext cx="590760" cy="0"/>
              </a:xfrm>
              <a:prstGeom prst="line">
                <a:avLst/>
              </a:prstGeom>
              <a:ln w="9360">
                <a:solidFill>
                  <a:srgbClr val="cccc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34" name=""/>
              <p:cNvSpPr/>
              <p:nvPr/>
            </p:nvSpPr>
            <p:spPr>
              <a:xfrm>
                <a:off x="6946920" y="285480"/>
                <a:ext cx="0" cy="466560"/>
              </a:xfrm>
              <a:prstGeom prst="line">
                <a:avLst/>
              </a:prstGeom>
              <a:ln w="9360">
                <a:solidFill>
                  <a:srgbClr val="cccc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35" name=""/>
              <p:cNvSpPr/>
              <p:nvPr/>
            </p:nvSpPr>
            <p:spPr>
              <a:xfrm flipV="1">
                <a:off x="6950520" y="88560"/>
                <a:ext cx="0" cy="78840"/>
              </a:xfrm>
              <a:prstGeom prst="line">
                <a:avLst/>
              </a:prstGeom>
              <a:ln w="9360">
                <a:solidFill>
                  <a:srgbClr val="cccc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2040" bIns="3204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36" name=""/>
              <p:cNvSpPr/>
              <p:nvPr/>
            </p:nvSpPr>
            <p:spPr>
              <a:xfrm flipV="1">
                <a:off x="7333920" y="85320"/>
                <a:ext cx="0" cy="288360"/>
              </a:xfrm>
              <a:prstGeom prst="line">
                <a:avLst/>
              </a:prstGeom>
              <a:ln w="9360">
                <a:solidFill>
                  <a:srgbClr val="cccc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37" name=""/>
              <p:cNvSpPr/>
              <p:nvPr/>
            </p:nvSpPr>
            <p:spPr>
              <a:xfrm flipH="1">
                <a:off x="7588440" y="438120"/>
                <a:ext cx="132120" cy="0"/>
              </a:xfrm>
              <a:prstGeom prst="line">
                <a:avLst/>
              </a:prstGeom>
              <a:ln w="9360">
                <a:solidFill>
                  <a:srgbClr val="cccc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38" name=""/>
              <p:cNvSpPr/>
              <p:nvPr/>
            </p:nvSpPr>
            <p:spPr>
              <a:xfrm flipH="1">
                <a:off x="7364520" y="438120"/>
                <a:ext cx="104760" cy="0"/>
              </a:xfrm>
              <a:prstGeom prst="line">
                <a:avLst/>
              </a:prstGeom>
              <a:ln w="9360">
                <a:solidFill>
                  <a:srgbClr val="cccc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39" name=""/>
              <p:cNvSpPr/>
              <p:nvPr/>
            </p:nvSpPr>
            <p:spPr>
              <a:xfrm flipV="1">
                <a:off x="7721280" y="85320"/>
                <a:ext cx="0" cy="428040"/>
              </a:xfrm>
              <a:prstGeom prst="line">
                <a:avLst/>
              </a:prstGeom>
              <a:ln w="9360">
                <a:solidFill>
                  <a:srgbClr val="cccc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40" name=""/>
              <p:cNvSpPr/>
              <p:nvPr/>
            </p:nvSpPr>
            <p:spPr>
              <a:xfrm>
                <a:off x="8107920" y="657000"/>
                <a:ext cx="0" cy="53640"/>
              </a:xfrm>
              <a:prstGeom prst="line">
                <a:avLst/>
              </a:prstGeom>
              <a:ln w="9360">
                <a:solidFill>
                  <a:srgbClr val="cccc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840" bIns="684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41" name=""/>
              <p:cNvSpPr/>
              <p:nvPr/>
            </p:nvSpPr>
            <p:spPr>
              <a:xfrm>
                <a:off x="3463560" y="91800"/>
                <a:ext cx="0" cy="98280"/>
              </a:xfrm>
              <a:prstGeom prst="line">
                <a:avLst/>
              </a:prstGeom>
              <a:ln w="9360">
                <a:solidFill>
                  <a:srgbClr val="cccc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42" name=""/>
              <p:cNvSpPr/>
              <p:nvPr/>
            </p:nvSpPr>
            <p:spPr>
              <a:xfrm>
                <a:off x="3076920" y="87120"/>
                <a:ext cx="0" cy="534600"/>
              </a:xfrm>
              <a:prstGeom prst="line">
                <a:avLst/>
              </a:prstGeom>
              <a:ln w="9360">
                <a:solidFill>
                  <a:srgbClr val="cccc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43" name=""/>
              <p:cNvSpPr/>
              <p:nvPr/>
            </p:nvSpPr>
            <p:spPr>
              <a:xfrm flipH="1">
                <a:off x="3032640" y="438120"/>
                <a:ext cx="115200" cy="0"/>
              </a:xfrm>
              <a:prstGeom prst="line">
                <a:avLst/>
              </a:prstGeom>
              <a:ln w="9360">
                <a:solidFill>
                  <a:srgbClr val="cccc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44" name=""/>
              <p:cNvSpPr/>
              <p:nvPr/>
            </p:nvSpPr>
            <p:spPr>
              <a:xfrm>
                <a:off x="2805120" y="438120"/>
                <a:ext cx="101880" cy="0"/>
              </a:xfrm>
              <a:prstGeom prst="line">
                <a:avLst/>
              </a:prstGeom>
              <a:ln w="9360">
                <a:solidFill>
                  <a:srgbClr val="cccc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45" name=""/>
              <p:cNvSpPr/>
              <p:nvPr/>
            </p:nvSpPr>
            <p:spPr>
              <a:xfrm flipH="1">
                <a:off x="2465280" y="438120"/>
                <a:ext cx="139320" cy="0"/>
              </a:xfrm>
              <a:prstGeom prst="line">
                <a:avLst/>
              </a:prstGeom>
              <a:ln w="9360">
                <a:solidFill>
                  <a:srgbClr val="cccc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46" name=""/>
              <p:cNvSpPr/>
              <p:nvPr/>
            </p:nvSpPr>
            <p:spPr>
              <a:xfrm>
                <a:off x="1837800" y="438120"/>
                <a:ext cx="590400" cy="0"/>
              </a:xfrm>
              <a:prstGeom prst="line">
                <a:avLst/>
              </a:prstGeom>
              <a:ln w="9360">
                <a:solidFill>
                  <a:srgbClr val="cccc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47" name=""/>
              <p:cNvSpPr/>
              <p:nvPr/>
            </p:nvSpPr>
            <p:spPr>
              <a:xfrm>
                <a:off x="2299320" y="282600"/>
                <a:ext cx="0" cy="472680"/>
              </a:xfrm>
              <a:prstGeom prst="line">
                <a:avLst/>
              </a:prstGeom>
              <a:ln w="9360">
                <a:solidFill>
                  <a:srgbClr val="cccc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48" name=""/>
              <p:cNvSpPr/>
              <p:nvPr/>
            </p:nvSpPr>
            <p:spPr>
              <a:xfrm>
                <a:off x="1915920" y="311040"/>
                <a:ext cx="0" cy="247320"/>
              </a:xfrm>
              <a:prstGeom prst="line">
                <a:avLst/>
              </a:prstGeom>
              <a:ln w="9360">
                <a:solidFill>
                  <a:srgbClr val="cccc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49" name=""/>
              <p:cNvSpPr/>
              <p:nvPr/>
            </p:nvSpPr>
            <p:spPr>
              <a:xfrm flipV="1">
                <a:off x="2302560" y="84240"/>
                <a:ext cx="0" cy="42480"/>
              </a:xfrm>
              <a:prstGeom prst="line">
                <a:avLst/>
              </a:prstGeom>
              <a:ln w="9360">
                <a:solidFill>
                  <a:srgbClr val="cccc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320" bIns="-432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50" name=""/>
              <p:cNvSpPr/>
              <p:nvPr/>
            </p:nvSpPr>
            <p:spPr>
              <a:xfrm>
                <a:off x="2689560" y="196560"/>
                <a:ext cx="0" cy="152280"/>
              </a:xfrm>
              <a:prstGeom prst="line">
                <a:avLst/>
              </a:prstGeom>
              <a:ln w="9360">
                <a:solidFill>
                  <a:srgbClr val="cccc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51" name=""/>
              <p:cNvSpPr/>
              <p:nvPr/>
            </p:nvSpPr>
            <p:spPr>
              <a:xfrm flipV="1">
                <a:off x="2689560" y="87120"/>
                <a:ext cx="0" cy="34560"/>
              </a:xfrm>
              <a:prstGeom prst="line">
                <a:avLst/>
              </a:prstGeom>
              <a:ln w="9360">
                <a:solidFill>
                  <a:srgbClr val="cccc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240" bIns="-1224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52" name=""/>
              <p:cNvSpPr/>
              <p:nvPr/>
            </p:nvSpPr>
            <p:spPr>
              <a:xfrm>
                <a:off x="7033680" y="436320"/>
                <a:ext cx="135720" cy="0"/>
              </a:xfrm>
              <a:prstGeom prst="line">
                <a:avLst/>
              </a:prstGeom>
              <a:ln w="9360">
                <a:solidFill>
                  <a:srgbClr val="cccc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</p:grpSp>
      <p:pic>
        <p:nvPicPr>
          <p:cNvPr id="153" name="" descr=""/>
          <p:cNvPicPr/>
          <p:nvPr/>
        </p:nvPicPr>
        <p:blipFill>
          <a:blip r:embed="rId2"/>
          <a:stretch/>
        </p:blipFill>
        <p:spPr>
          <a:xfrm>
            <a:off x="152280" y="0"/>
            <a:ext cx="838440" cy="91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PlaceHolder 3"/>
          <p:cNvSpPr>
            <a:spLocks noGrp="1"/>
          </p:cNvSpPr>
          <p:nvPr>
            <p:ph type="title"/>
          </p:nvPr>
        </p:nvSpPr>
        <p:spPr>
          <a:xfrm>
            <a:off x="1371240" y="76320"/>
            <a:ext cx="7543800" cy="76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title text format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55" name=""/>
          <p:cNvGrpSpPr/>
          <p:nvPr/>
        </p:nvGrpSpPr>
        <p:grpSpPr>
          <a:xfrm>
            <a:off x="1143000" y="838080"/>
            <a:ext cx="8000640" cy="152280"/>
            <a:chOff x="1143000" y="838080"/>
            <a:chExt cx="8000640" cy="152280"/>
          </a:xfrm>
        </p:grpSpPr>
        <p:sp>
          <p:nvSpPr>
            <p:cNvPr id="156" name=""/>
            <p:cNvSpPr/>
            <p:nvPr/>
          </p:nvSpPr>
          <p:spPr>
            <a:xfrm>
              <a:off x="1143000" y="838080"/>
              <a:ext cx="8000640" cy="6480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fefef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8000" bIns="180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7" name=""/>
            <p:cNvSpPr/>
            <p:nvPr/>
          </p:nvSpPr>
          <p:spPr>
            <a:xfrm>
              <a:off x="1143000" y="922680"/>
              <a:ext cx="8000640" cy="6768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fefef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58" name="PlaceHolder 4"/>
          <p:cNvSpPr>
            <a:spLocks noGrp="1"/>
          </p:cNvSpPr>
          <p:nvPr>
            <p:ph type="dt" idx="2"/>
          </p:nvPr>
        </p:nvSpPr>
        <p:spPr>
          <a:xfrm>
            <a:off x="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3/28/00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8381880" y="6354720"/>
            <a:ext cx="8384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Acronyms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8529480" y="6553080"/>
            <a:ext cx="38124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DA040D3-3C25-4B5D-8DA4-D371B92713F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914400" y="75960"/>
            <a:ext cx="8229600" cy="609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Acronyms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0" y="3048120"/>
            <a:ext cx="9144000" cy="91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MSRR Acronym List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914400" y="75960"/>
            <a:ext cx="8229600" cy="609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Acronyms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1066680" y="990720"/>
            <a:ext cx="7772400" cy="541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0000"/>
              </a:lnSpc>
              <a:spcBef>
                <a:spcPts val="349"/>
              </a:spcBef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A/D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Analog to Digital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349"/>
              </a:spcBef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4DDA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4-Dimensional Data Assimilation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349"/>
              </a:spcBef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ACRIM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Active Cavity Radiometer Irradiance Monitor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349"/>
              </a:spcBef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ADD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Architecture Description Document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349"/>
              </a:spcBef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ADS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Ancillary Data Systems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349"/>
              </a:spcBef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ADS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Archive &amp; Distribution Segment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349"/>
              </a:spcBef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AFSCN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Air Force Satellite Control Network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349"/>
              </a:spcBef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AFWA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Air Force Weather Agency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349"/>
              </a:spcBef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AGE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Aerospace Ground Equipment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349"/>
              </a:spcBef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AGI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Advanced Global Imager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349"/>
              </a:spcBef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AIRS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Atmospheric Infrared Sounder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349"/>
              </a:spcBef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Ais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Action Items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349"/>
              </a:spcBef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AMSR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Advanced Microwave Scanning Radiometer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349"/>
              </a:spcBef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AMSU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Advanced Microwave Sounding Unit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349"/>
              </a:spcBef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AO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Announcement of Opportunity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349"/>
              </a:spcBef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Ao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Operational Availability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349"/>
              </a:spcBef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AOS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Advanced Operating System, Acquisition of Signal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349"/>
              </a:spcBef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ARM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Atmospheric Radiation Measurement Program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349"/>
              </a:spcBef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ASTER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Advanced Spaceborne Thermal Emission and Reflection Radiometer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349"/>
              </a:spcBef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ATMS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Advanced Technology Microwave Sounder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349"/>
              </a:spcBef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AVHRR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Advanced Very High Resolution Radiometer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349"/>
              </a:spcBef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BER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Bit Error Rate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349"/>
              </a:spcBef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C3S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Command, Communications, Control Segment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349"/>
              </a:spcBef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CADU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Channel Access Data Unit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349"/>
              </a:spcBef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349"/>
              </a:spcBef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1371240" y="76320"/>
            <a:ext cx="7543800" cy="76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Acronyms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990720" y="10666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CAIV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Cost as an Independent Variable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Cal/Val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Calibration / Validation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CART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Cloud and Radiation Testbed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CCSDS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Consultative Committee for Space Data Sciences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CDA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Command &amp; Data Acquisition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CDR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Critical Design Review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CERES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Clouds and Earth’s Radiant Energy System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CFI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Call for Improvement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CMIS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Conical Microwave Imager Suite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Conops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System and Operation Concept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CrIS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Cross-Track Infrared Sounder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CSRD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Common Sensor Requirements Document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CTR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Center (Frequency)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D/L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Down Load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DARPA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Defense Advanced Research Project Agency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DB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Database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db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Decibel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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ET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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Change in Evapotranspiration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DMSP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Defense Meteorological Satellite Program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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NPP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Change in Net Primary Productivity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DoD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Department of Defense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DOORS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Dynamic Object Oriented Requirements System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ECMWF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European Centre for Medium-Range Weather Forecasting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1371240" y="76320"/>
            <a:ext cx="7543800" cy="76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Acronyms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914400" y="114300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EDR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Environmental Data Record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EMD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Engineering, Manufacturing and Development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EOS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Earth Observing System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ESE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Earth Science Enterprise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ETM+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Enhanced Thermatic Mapper+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FAR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Federal Acquisition Regulation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FNMOC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Fleet Numerical Meteorology and Oceanography Center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FOC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Final Operational Capability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FODB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Fiber Optic Data Bus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FOV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Field of View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FPAR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Fractional Photosynthetically Active Radiation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FPGA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Field Programmable Gate Array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Giga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GB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Gigabyte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GCScT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Global Change Science Team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GLAS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Geoscience Laser Altimeter System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GPS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Global Positioning System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GSE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Ground Support Equipment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GSFC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Goddard Space Flight Center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GSIFs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Ground Support Interface Facility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h/k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Housekeeping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H/M/L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High/Medium/Low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HIRDLS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High-Resolution Dynamics Limb Sounder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1371240" y="76320"/>
            <a:ext cx="7543800" cy="76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Acronyms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685800" y="10666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5937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HRD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High Rate Data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5937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HSB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Humidity Sounder of Brazil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5937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Hz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Hertz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5937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I&amp;T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Integration and Test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5937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I/F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Interface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5937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ICD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Interface Control Document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5937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IDPS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Interface Data Processor Segment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5937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IEEE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Institute of Electrical &amp; Electronics Engineers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5937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IFOR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Instantaneous Field of Regard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5937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IFOV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Instantaneous Field of view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5937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IIA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Initial Implementation Agreement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5937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IMDC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Integrated Mission Design Center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5937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IOC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Initial Operational Capability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5937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IOO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Instrument of Opportunity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5937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IORD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Integrated Operational Requirements Document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5937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IPO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Integrated Program Office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5937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IPT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Integrated Product Team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5937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IR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Infrared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5937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IRD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Interface Requirements Document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5937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ISP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Interim Science Panel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5937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ITT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International Telephone and Telegraph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5937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JARG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Joint Agency Requirements Group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5937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JPL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Jet Propulsion Laboratory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59372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K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Kelvin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1371240" y="76320"/>
            <a:ext cx="7543800" cy="76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Acronyms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914400" y="10666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Kbps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Kilobits Per Second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Km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Kilometer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L1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Level 1 Requirements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L2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Level 2 Requirements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L3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Level 3 Requirements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LAI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Leaf Area Index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LEO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Low Earth Orbit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LM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Lockheed Martin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LNAs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Low Noise Amplifiers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LOS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Loss of Signal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LSE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Launch Support Equipment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LSS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Launch Support Segment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LTA WG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Long Term Archive Working Group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LV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Launch Vehicle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LWIR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Long Wave Infrared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MB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Megabyte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Mb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Megabit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mb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Millibar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Mbps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Megabits Per Second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MCR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Mission Confirmation Review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MCR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Monthly Coordination Review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METOP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Meterorological Operations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MHS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Microwave Humidity Sounder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MHz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Megahertz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1371240" y="76320"/>
            <a:ext cx="7543800" cy="76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Acronyms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685800" y="10666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MIL-STD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Military Standard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MISR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Multi-angle Imaging SpectroRadiometer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MLS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Microwave Limb Sounder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MODIS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Moderate-Resolution Imaging Spectrometer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MOPITT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Measure Of Pollution In The Troposphere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MPDR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Mission Preliminary Design Review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MSDR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Mission Systems Design Review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MSRR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Mission System Requirements Review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MWIR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Mid-Wave Infrared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N/A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Not Applicable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NASA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National Aeronautics and Space Administration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NAST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NPOESS Airborne Sounder Testbed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NAVO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Naval Oceanographic Office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NCDC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National Climate Data Center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NCEP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National Centers for Environmental Prediction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NESDIS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National Environmental Satellite, Data and Information Center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NOAA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National Oceanographic and Atmospheric Administration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NPG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NASA Procedure/Guideline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NPOESS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National Polar-Orbiting Operational Environmental Satellite System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NPP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NPOESS Preparatory Project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NRA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NASA Research Announcement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NWS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National Weather Service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OAT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Operational Algorithm Team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OLS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Operational Linescan System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1371240" y="76320"/>
            <a:ext cx="7543800" cy="76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Acronyms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/>
          </p:nvPr>
        </p:nvSpPr>
        <p:spPr>
          <a:xfrm>
            <a:off x="762120" y="10666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OMB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Office of Management &amp; Budget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PAF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Payload Attach Fitting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PAPAC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Provide Aerospace Products and Capabilities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PB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Playback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PCA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Program Commitment Agreement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PCE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Primary Control Electronics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PDRR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Program Definition and Risk Reduction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PFM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Protoflight Model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Principal Investigator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POES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Polar Orbiting Operational Satellite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POP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Program Operating Plan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Ps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Probability of Success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PV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Photovoltaic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QA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Quality Assurance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QH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Quasi-Horizonal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QV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Quasi-Vertical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R&amp;D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Research and Development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RAM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Random Access Memory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RDR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Raw Data Records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RF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Radio Frequency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RFA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Request for Action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RFI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Request For Information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RFI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Request for Information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RFO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Request for Offer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1371240" y="76320"/>
            <a:ext cx="7543800" cy="76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Acronyms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685800" y="121932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RFP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Request For Proposal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RFP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Request for Proposal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RMS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Root Mean Square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ROE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Rules of Engagement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RSA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Rapid Spacecraft Acquisition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RSDO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Rapid Spacecraft Development Office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RT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Realtime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RTS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Relative Time Sequence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S/C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Spacecraft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S/W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Software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SAMP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Single Acquisition Management Plan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SAO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Satellite Acquisition Office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SDR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Sensor Data Record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SDS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Science Data Segment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SMA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S-band Multi-Access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SMD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Stored Mission Data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SN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Space Network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SOH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State of Health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SOLSTICE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Solar Stellar Irradiance Comparison Experiment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SRB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System Review Board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SRD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Sensor Requirements Document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SRR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System Requirement Review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SS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Space Segment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1371240" y="76320"/>
            <a:ext cx="7543800" cy="76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Acronyms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685800" y="121932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SSA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S-band Single Access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SST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Sea Surface Temperature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SUAG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Senior Users Agency Group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SWIR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Short Wave Infrared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TB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Terabyte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TBD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To Be Determined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TBR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To Be Resolved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TBS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To Be Supplied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TBx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To Be (Resolved/Supplied/Determined)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TDR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Temperature Data Record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TES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Tropospheric Emission Spectrometer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TIM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Technical Interchange Meeting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TRD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Technical Requirement Document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TRL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Technology Readiness Level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TRMM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Tropical Rainfall Measuring Mission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TRW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Thompson-Ramos-Wooldridge Corporation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TSPR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Total System Performance Responsibility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UIID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Unique Instrument Interface Document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UKMO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United Kingdom Meteorological Office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USB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Universal S-band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UTC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Universal Time Coordinated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VC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Virtual Channel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VI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Vegetation Index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1371240" y="76320"/>
            <a:ext cx="7543800" cy="76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Acronyms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685800" y="121932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VIIRS</a:t>
            </a:r>
            <a:r>
              <a:rPr b="1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Visible Infrared Imaging Radiometer Suite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VIS</a:t>
            </a:r>
            <a:r>
              <a:rPr b="1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Visible Infrared Spin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VISNIR</a:t>
            </a:r>
            <a:r>
              <a:rPr b="1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Visible Near Infrared</a:t>
            </a: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349"/>
              </a:spcBef>
              <a:buNone/>
              <a:tabLst>
                <a:tab algn="l" pos="0"/>
                <a:tab algn="l" pos="165564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WR</a:t>
            </a:r>
            <a:r>
              <a:rPr b="1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1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Western Range</a:t>
            </a:r>
            <a:endParaRPr b="1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2370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1999-12-29T07:25:10Z</dcterms:created>
  <dc:creator>Joy Henegar</dc:creator>
  <dc:description/>
  <dc:language>en-IN</dc:language>
  <cp:lastModifiedBy>Janice K. Smith</cp:lastModifiedBy>
  <cp:lastPrinted>2000-03-03T13:22:52Z</cp:lastPrinted>
  <dcterms:modified xsi:type="dcterms:W3CDTF">2000-03-23T16:04:24Z</dcterms:modified>
  <cp:revision>118</cp:revision>
  <dc:subject/>
  <dc:title>Science Data Segment</dc:title>
</cp:coreProperties>
</file>